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23"/>
  </p:notesMasterIdLst>
  <p:sldIdLst>
    <p:sldId id="256" r:id="rId2"/>
    <p:sldId id="269" r:id="rId3"/>
    <p:sldId id="267" r:id="rId4"/>
    <p:sldId id="257" r:id="rId5"/>
    <p:sldId id="258" r:id="rId6"/>
    <p:sldId id="264" r:id="rId7"/>
    <p:sldId id="265" r:id="rId8"/>
    <p:sldId id="262" r:id="rId9"/>
    <p:sldId id="270" r:id="rId10"/>
    <p:sldId id="304" r:id="rId11"/>
    <p:sldId id="312" r:id="rId12"/>
    <p:sldId id="313" r:id="rId13"/>
    <p:sldId id="314" r:id="rId14"/>
    <p:sldId id="311" r:id="rId15"/>
    <p:sldId id="282" r:id="rId16"/>
    <p:sldId id="306" r:id="rId17"/>
    <p:sldId id="307" r:id="rId18"/>
    <p:sldId id="308" r:id="rId19"/>
    <p:sldId id="309" r:id="rId20"/>
    <p:sldId id="310" r:id="rId21"/>
    <p:sldId id="271" r:id="rId22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Hanken Grotesk" panose="020B0604020202020204" charset="0"/>
      <p:regular r:id="rId28"/>
      <p:bold r:id="rId29"/>
      <p:italic r:id="rId30"/>
      <p:boldItalic r:id="rId31"/>
    </p:embeddedFont>
    <p:embeddedFont>
      <p:font typeface="Figtree Black" panose="020B0604020202020204" charset="0"/>
      <p:bold r:id="rId32"/>
      <p:boldItalic r:id="rId33"/>
    </p:embeddedFont>
    <p:embeddedFont>
      <p:font typeface="Helvetica" panose="020B0604020202020204" pitchFamily="34" charset="0"/>
      <p:regular r:id="rId34"/>
      <p:bold r:id="rId35"/>
      <p:italic r:id="rId36"/>
      <p:boldItalic r:id="rId37"/>
    </p:embeddedFont>
    <p:embeddedFont>
      <p:font typeface="Lato" panose="020B060402020202020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4650A62-20E1-46AD-B3AE-A2610CA91DD9}">
  <a:tblStyle styleId="{64650A62-20E1-46AD-B3AE-A2610CA91DD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660" y="7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20" Type="http://schemas.openxmlformats.org/officeDocument/2006/relationships/slide" Target="slides/slide19.xml"/><Relationship Id="rId41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768ca7ef44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768ca7ef44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117b871a42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117b871a42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768bdccc6f_2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768bdccc6f_2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1dd46dd1d67_2_6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1dd46dd1d67_2_6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1dd46dd1d67_2_5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1dd46dd1d67_2_5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1dd46dd1d67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1dd46dd1d67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1dd46dd1d67_2_5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1dd46dd1d67_2_5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1dd46dd1d67_2_6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1dd46dd1d67_2_6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05810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1dd46dd1d67_2_6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1dd46dd1d67_2_6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68373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1dd46dd1d67_2_6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1dd46dd1d67_2_6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7549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1dd46dd1d67_2_6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1dd46dd1d67_2_6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54171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1dd46dd1d67_2_6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1dd46dd1d67_2_6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20523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1dd46dd1d67_2_10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1dd46dd1d67_2_10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1dd46dd1d67_2_10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1dd46dd1d67_2_10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56192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1dd46dd1d67_2_10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1dd46dd1d67_2_10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44133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1dd46dd1d67_2_10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1dd46dd1d67_2_10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93005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1dd46dd1d67_2_10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1dd46dd1d67_2_10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66020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1dd46dd1d67_2_10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1dd46dd1d67_2_10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18966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7346075" y="130450"/>
            <a:ext cx="4889100" cy="4889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11" name="Google Shape;11;p2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" name="Google Shape;12;p2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087125" y="2997488"/>
            <a:ext cx="58974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" name="Google Shape;27;p4"/>
          <p:cNvGrpSpPr/>
          <p:nvPr/>
        </p:nvGrpSpPr>
        <p:grpSpPr>
          <a:xfrm>
            <a:off x="-19050" y="232800"/>
            <a:ext cx="8930250" cy="5027400"/>
            <a:chOff x="-19050" y="232800"/>
            <a:chExt cx="8930250" cy="5027400"/>
          </a:xfrm>
        </p:grpSpPr>
        <p:sp>
          <p:nvSpPr>
            <p:cNvPr id="28" name="Google Shape;28;p4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9" name="Google Shape;29;p4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4"/>
            <p:cNvCxnSpPr/>
            <p:nvPr/>
          </p:nvCxnSpPr>
          <p:spPr>
            <a:xfrm>
              <a:off x="8911200" y="4917300"/>
              <a:ext cx="0" cy="342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" name="Google Shape;46;p6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grpSp>
          <p:nvGrpSpPr>
            <p:cNvPr id="47" name="Google Shape;47;p6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sp>
            <p:nvSpPr>
              <p:cNvPr id="48" name="Google Shape;48;p6"/>
              <p:cNvSpPr/>
              <p:nvPr/>
            </p:nvSpPr>
            <p:spPr>
              <a:xfrm>
                <a:off x="232200" y="232800"/>
                <a:ext cx="8679000" cy="4684500"/>
              </a:xfrm>
              <a:prstGeom prst="rect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9" name="Google Shape;49;p6"/>
              <p:cNvCxnSpPr/>
              <p:nvPr/>
            </p:nvCxnSpPr>
            <p:spPr>
              <a:xfrm rot="10800000">
                <a:off x="8911200" y="-494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" name="Google Shape;50;p6"/>
              <p:cNvCxnSpPr/>
              <p:nvPr/>
            </p:nvCxnSpPr>
            <p:spPr>
              <a:xfrm rot="10800000">
                <a:off x="232200" y="49173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51" name="Google Shape;51;p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/>
          <p:nvPr/>
        </p:nvSpPr>
        <p:spPr>
          <a:xfrm>
            <a:off x="-2613450" y="-126025"/>
            <a:ext cx="5402100" cy="5402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" name="Google Shape;70;p9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71" name="Google Shape;71;p9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2" name="Google Shape;72;p9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" name="Google Shape;73;p9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4" name="Google Shape;74;p9"/>
          <p:cNvSpPr txBox="1">
            <a:spLocks noGrp="1"/>
          </p:cNvSpPr>
          <p:nvPr>
            <p:ph type="title"/>
          </p:nvPr>
        </p:nvSpPr>
        <p:spPr>
          <a:xfrm>
            <a:off x="3496850" y="1021763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subTitle" idx="1"/>
          </p:nvPr>
        </p:nvSpPr>
        <p:spPr>
          <a:xfrm>
            <a:off x="3496850" y="3117038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10"/>
          <p:cNvSpPr txBox="1">
            <a:spLocks noGrp="1"/>
          </p:cNvSpPr>
          <p:nvPr>
            <p:ph type="title"/>
          </p:nvPr>
        </p:nvSpPr>
        <p:spPr>
          <a:xfrm>
            <a:off x="720000" y="4045175"/>
            <a:ext cx="7710900" cy="563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/>
          <p:nvPr/>
        </p:nvSpPr>
        <p:spPr>
          <a:xfrm>
            <a:off x="-3422975" y="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" name="Google Shape;81;p11"/>
          <p:cNvGrpSpPr/>
          <p:nvPr/>
        </p:nvGrpSpPr>
        <p:grpSpPr>
          <a:xfrm>
            <a:off x="727425" y="-382650"/>
            <a:ext cx="7703400" cy="5907300"/>
            <a:chOff x="727425" y="-382650"/>
            <a:chExt cx="7703400" cy="5907300"/>
          </a:xfrm>
        </p:grpSpPr>
        <p:sp>
          <p:nvSpPr>
            <p:cNvPr id="82" name="Google Shape;82;p11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83" name="Google Shape;83;p11"/>
            <p:cNvCxnSpPr/>
            <p:nvPr/>
          </p:nvCxnSpPr>
          <p:spPr>
            <a:xfrm>
              <a:off x="727425" y="4608450"/>
              <a:ext cx="0" cy="916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" name="Google Shape;84;p11"/>
            <p:cNvCxnSpPr/>
            <p:nvPr/>
          </p:nvCxnSpPr>
          <p:spPr>
            <a:xfrm>
              <a:off x="8430775" y="-382650"/>
              <a:ext cx="0" cy="916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5" name="Google Shape;85;p11"/>
          <p:cNvSpPr txBox="1">
            <a:spLocks noGrp="1"/>
          </p:cNvSpPr>
          <p:nvPr>
            <p:ph type="title" hasCustomPrompt="1"/>
          </p:nvPr>
        </p:nvSpPr>
        <p:spPr>
          <a:xfrm>
            <a:off x="2603050" y="1856113"/>
            <a:ext cx="5827800" cy="10245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49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6" name="Google Shape;86;p11"/>
          <p:cNvSpPr txBox="1">
            <a:spLocks noGrp="1"/>
          </p:cNvSpPr>
          <p:nvPr>
            <p:ph type="subTitle" idx="1"/>
          </p:nvPr>
        </p:nvSpPr>
        <p:spPr>
          <a:xfrm>
            <a:off x="2603050" y="2880588"/>
            <a:ext cx="5827800" cy="40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-941925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" name="Google Shape;90;p13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91" name="Google Shape;91;p13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2" name="Google Shape;92;p13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" name="Google Shape;93;p13"/>
            <p:cNvCxnSpPr/>
            <p:nvPr/>
          </p:nvCxnSpPr>
          <p:spPr>
            <a:xfrm rot="10800000">
              <a:off x="8911200" y="49173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4" name="Google Shape;94;p13"/>
          <p:cNvSpPr txBox="1">
            <a:spLocks noGrp="1"/>
          </p:cNvSpPr>
          <p:nvPr>
            <p:ph type="title"/>
          </p:nvPr>
        </p:nvSpPr>
        <p:spPr>
          <a:xfrm>
            <a:off x="6632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1"/>
          </p:nvPr>
        </p:nvSpPr>
        <p:spPr>
          <a:xfrm>
            <a:off x="788675" y="21058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2"/>
          </p:nvPr>
        </p:nvSpPr>
        <p:spPr>
          <a:xfrm>
            <a:off x="788675" y="377255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3"/>
          </p:nvPr>
        </p:nvSpPr>
        <p:spPr>
          <a:xfrm>
            <a:off x="3418500" y="377255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4"/>
          </p:nvPr>
        </p:nvSpPr>
        <p:spPr>
          <a:xfrm>
            <a:off x="3418500" y="21058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title" idx="5" hasCustomPrompt="1"/>
          </p:nvPr>
        </p:nvSpPr>
        <p:spPr>
          <a:xfrm>
            <a:off x="9195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 idx="6" hasCustomPrompt="1"/>
          </p:nvPr>
        </p:nvSpPr>
        <p:spPr>
          <a:xfrm>
            <a:off x="3509050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3"/>
          <p:cNvSpPr txBox="1">
            <a:spLocks noGrp="1"/>
          </p:cNvSpPr>
          <p:nvPr>
            <p:ph type="title" idx="7" hasCustomPrompt="1"/>
          </p:nvPr>
        </p:nvSpPr>
        <p:spPr>
          <a:xfrm>
            <a:off x="919575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2" name="Google Shape;102;p13"/>
          <p:cNvSpPr txBox="1">
            <a:spLocks noGrp="1"/>
          </p:cNvSpPr>
          <p:nvPr>
            <p:ph type="title" idx="8" hasCustomPrompt="1"/>
          </p:nvPr>
        </p:nvSpPr>
        <p:spPr>
          <a:xfrm>
            <a:off x="35282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9"/>
          </p:nvPr>
        </p:nvSpPr>
        <p:spPr>
          <a:xfrm>
            <a:off x="6048325" y="377255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13"/>
          </p:nvPr>
        </p:nvSpPr>
        <p:spPr>
          <a:xfrm>
            <a:off x="6048325" y="21058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title" idx="14" hasCustomPrompt="1"/>
          </p:nvPr>
        </p:nvSpPr>
        <p:spPr>
          <a:xfrm>
            <a:off x="6136975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>
            <a:spLocks noGrp="1"/>
          </p:cNvSpPr>
          <p:nvPr>
            <p:ph type="title" idx="15" hasCustomPrompt="1"/>
          </p:nvPr>
        </p:nvSpPr>
        <p:spPr>
          <a:xfrm>
            <a:off x="61369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16"/>
          </p:nvPr>
        </p:nvSpPr>
        <p:spPr>
          <a:xfrm>
            <a:off x="788675" y="184877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17"/>
          </p:nvPr>
        </p:nvSpPr>
        <p:spPr>
          <a:xfrm>
            <a:off x="788675" y="3503023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18"/>
          </p:nvPr>
        </p:nvSpPr>
        <p:spPr>
          <a:xfrm>
            <a:off x="3418500" y="3503023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9"/>
          </p:nvPr>
        </p:nvSpPr>
        <p:spPr>
          <a:xfrm>
            <a:off x="3418500" y="184877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20"/>
          </p:nvPr>
        </p:nvSpPr>
        <p:spPr>
          <a:xfrm>
            <a:off x="6048325" y="3503023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21"/>
          </p:nvPr>
        </p:nvSpPr>
        <p:spPr>
          <a:xfrm>
            <a:off x="6048325" y="184877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9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35528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3" name="Google Shape;123;p15"/>
          <p:cNvGrpSpPr/>
          <p:nvPr/>
        </p:nvGrpSpPr>
        <p:grpSpPr>
          <a:xfrm>
            <a:off x="-50475" y="232800"/>
            <a:ext cx="8961675" cy="4684500"/>
            <a:chOff x="-50475" y="232800"/>
            <a:chExt cx="8961675" cy="4684500"/>
          </a:xfrm>
        </p:grpSpPr>
        <p:sp>
          <p:nvSpPr>
            <p:cNvPr id="124" name="Google Shape;124;p15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5" name="Google Shape;125;p15"/>
            <p:cNvCxnSpPr/>
            <p:nvPr/>
          </p:nvCxnSpPr>
          <p:spPr>
            <a:xfrm rot="10800000">
              <a:off x="-50475" y="232800"/>
              <a:ext cx="309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6" name="Google Shape;126;p15"/>
          <p:cNvSpPr txBox="1">
            <a:spLocks noGrp="1"/>
          </p:cNvSpPr>
          <p:nvPr>
            <p:ph type="title"/>
          </p:nvPr>
        </p:nvSpPr>
        <p:spPr>
          <a:xfrm>
            <a:off x="720000" y="1203900"/>
            <a:ext cx="3198300" cy="15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5"/>
          <p:cNvSpPr txBox="1">
            <a:spLocks noGrp="1"/>
          </p:cNvSpPr>
          <p:nvPr>
            <p:ph type="subTitle" idx="1"/>
          </p:nvPr>
        </p:nvSpPr>
        <p:spPr>
          <a:xfrm>
            <a:off x="720000" y="2706062"/>
            <a:ext cx="3198300" cy="14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5"/>
          <p:cNvSpPr>
            <a:spLocks noGrp="1"/>
          </p:cNvSpPr>
          <p:nvPr>
            <p:ph type="pic" idx="2"/>
          </p:nvPr>
        </p:nvSpPr>
        <p:spPr>
          <a:xfrm>
            <a:off x="4494050" y="0"/>
            <a:ext cx="4650000" cy="51435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-923000" y="-9455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1" name="Google Shape;131;p16"/>
          <p:cNvGrpSpPr/>
          <p:nvPr/>
        </p:nvGrpSpPr>
        <p:grpSpPr>
          <a:xfrm>
            <a:off x="-19050" y="232800"/>
            <a:ext cx="9176275" cy="4684500"/>
            <a:chOff x="-19050" y="232800"/>
            <a:chExt cx="9176275" cy="4684500"/>
          </a:xfrm>
        </p:grpSpPr>
        <p:sp>
          <p:nvSpPr>
            <p:cNvPr id="132" name="Google Shape;132;p1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3" name="Google Shape;133;p16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4" name="Google Shape;134;p16"/>
            <p:cNvCxnSpPr/>
            <p:nvPr/>
          </p:nvCxnSpPr>
          <p:spPr>
            <a:xfrm>
              <a:off x="8917525" y="4917300"/>
              <a:ext cx="2397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35" name="Google Shape;135;p16"/>
          <p:cNvSpPr txBox="1">
            <a:spLocks noGrp="1"/>
          </p:cNvSpPr>
          <p:nvPr>
            <p:ph type="title"/>
          </p:nvPr>
        </p:nvSpPr>
        <p:spPr>
          <a:xfrm>
            <a:off x="878875" y="1533125"/>
            <a:ext cx="3024900" cy="64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6"/>
          <p:cNvSpPr txBox="1">
            <a:spLocks noGrp="1"/>
          </p:cNvSpPr>
          <p:nvPr>
            <p:ph type="subTitle" idx="1"/>
          </p:nvPr>
        </p:nvSpPr>
        <p:spPr>
          <a:xfrm>
            <a:off x="878875" y="2175300"/>
            <a:ext cx="3024900" cy="12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5" name="Google Shape;155;p19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156" name="Google Shape;156;p1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7" name="Google Shape;157;p19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" name="Google Shape;158;p19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9" name="Google Shape;159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9"/>
          <p:cNvSpPr txBox="1">
            <a:spLocks noGrp="1"/>
          </p:cNvSpPr>
          <p:nvPr>
            <p:ph type="subTitle" idx="1"/>
          </p:nvPr>
        </p:nvSpPr>
        <p:spPr>
          <a:xfrm>
            <a:off x="977801" y="2514225"/>
            <a:ext cx="2242500" cy="9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9"/>
          <p:cNvSpPr txBox="1">
            <a:spLocks noGrp="1"/>
          </p:cNvSpPr>
          <p:nvPr>
            <p:ph type="subTitle" idx="2"/>
          </p:nvPr>
        </p:nvSpPr>
        <p:spPr>
          <a:xfrm>
            <a:off x="3450748" y="2514225"/>
            <a:ext cx="2242500" cy="9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9"/>
          <p:cNvSpPr txBox="1">
            <a:spLocks noGrp="1"/>
          </p:cNvSpPr>
          <p:nvPr>
            <p:ph type="subTitle" idx="3"/>
          </p:nvPr>
        </p:nvSpPr>
        <p:spPr>
          <a:xfrm>
            <a:off x="5923698" y="2514225"/>
            <a:ext cx="2242500" cy="9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9"/>
          <p:cNvSpPr txBox="1">
            <a:spLocks noGrp="1"/>
          </p:cNvSpPr>
          <p:nvPr>
            <p:ph type="subTitle" idx="4"/>
          </p:nvPr>
        </p:nvSpPr>
        <p:spPr>
          <a:xfrm>
            <a:off x="977803" y="2285625"/>
            <a:ext cx="22425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64" name="Google Shape;164;p19"/>
          <p:cNvSpPr txBox="1">
            <a:spLocks noGrp="1"/>
          </p:cNvSpPr>
          <p:nvPr>
            <p:ph type="subTitle" idx="5"/>
          </p:nvPr>
        </p:nvSpPr>
        <p:spPr>
          <a:xfrm>
            <a:off x="3450747" y="2285625"/>
            <a:ext cx="22425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65" name="Google Shape;165;p19"/>
          <p:cNvSpPr txBox="1">
            <a:spLocks noGrp="1"/>
          </p:cNvSpPr>
          <p:nvPr>
            <p:ph type="subTitle" idx="6"/>
          </p:nvPr>
        </p:nvSpPr>
        <p:spPr>
          <a:xfrm>
            <a:off x="5923697" y="2285625"/>
            <a:ext cx="22425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_1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3" name="Google Shape;213;p23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214" name="Google Shape;214;p23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15" name="Google Shape;215;p23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6" name="Google Shape;216;p23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17" name="Google Shape;217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23"/>
          <p:cNvSpPr txBox="1">
            <a:spLocks noGrp="1"/>
          </p:cNvSpPr>
          <p:nvPr>
            <p:ph type="subTitle" idx="1"/>
          </p:nvPr>
        </p:nvSpPr>
        <p:spPr>
          <a:xfrm>
            <a:off x="874134" y="2145979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23"/>
          <p:cNvSpPr txBox="1">
            <a:spLocks noGrp="1"/>
          </p:cNvSpPr>
          <p:nvPr>
            <p:ph type="subTitle" idx="2"/>
          </p:nvPr>
        </p:nvSpPr>
        <p:spPr>
          <a:xfrm>
            <a:off x="3319800" y="2145979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23"/>
          <p:cNvSpPr txBox="1">
            <a:spLocks noGrp="1"/>
          </p:cNvSpPr>
          <p:nvPr>
            <p:ph type="subTitle" idx="3"/>
          </p:nvPr>
        </p:nvSpPr>
        <p:spPr>
          <a:xfrm>
            <a:off x="874134" y="3635775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23"/>
          <p:cNvSpPr txBox="1">
            <a:spLocks noGrp="1"/>
          </p:cNvSpPr>
          <p:nvPr>
            <p:ph type="subTitle" idx="4"/>
          </p:nvPr>
        </p:nvSpPr>
        <p:spPr>
          <a:xfrm>
            <a:off x="3319800" y="3635775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3"/>
          <p:cNvSpPr txBox="1">
            <a:spLocks noGrp="1"/>
          </p:cNvSpPr>
          <p:nvPr>
            <p:ph type="subTitle" idx="5"/>
          </p:nvPr>
        </p:nvSpPr>
        <p:spPr>
          <a:xfrm>
            <a:off x="5765466" y="2145979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23"/>
          <p:cNvSpPr txBox="1">
            <a:spLocks noGrp="1"/>
          </p:cNvSpPr>
          <p:nvPr>
            <p:ph type="subTitle" idx="6"/>
          </p:nvPr>
        </p:nvSpPr>
        <p:spPr>
          <a:xfrm>
            <a:off x="5765466" y="3635775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23"/>
          <p:cNvSpPr txBox="1">
            <a:spLocks noGrp="1"/>
          </p:cNvSpPr>
          <p:nvPr>
            <p:ph type="subTitle" idx="7"/>
          </p:nvPr>
        </p:nvSpPr>
        <p:spPr>
          <a:xfrm>
            <a:off x="872334" y="1769325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225" name="Google Shape;225;p23"/>
          <p:cNvSpPr txBox="1">
            <a:spLocks noGrp="1"/>
          </p:cNvSpPr>
          <p:nvPr>
            <p:ph type="subTitle" idx="8"/>
          </p:nvPr>
        </p:nvSpPr>
        <p:spPr>
          <a:xfrm>
            <a:off x="3318000" y="1769325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226" name="Google Shape;226;p23"/>
          <p:cNvSpPr txBox="1">
            <a:spLocks noGrp="1"/>
          </p:cNvSpPr>
          <p:nvPr>
            <p:ph type="subTitle" idx="9"/>
          </p:nvPr>
        </p:nvSpPr>
        <p:spPr>
          <a:xfrm>
            <a:off x="5763666" y="1769325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227" name="Google Shape;227;p23"/>
          <p:cNvSpPr txBox="1">
            <a:spLocks noGrp="1"/>
          </p:cNvSpPr>
          <p:nvPr>
            <p:ph type="subTitle" idx="13"/>
          </p:nvPr>
        </p:nvSpPr>
        <p:spPr>
          <a:xfrm>
            <a:off x="872334" y="3258926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228" name="Google Shape;228;p23"/>
          <p:cNvSpPr txBox="1">
            <a:spLocks noGrp="1"/>
          </p:cNvSpPr>
          <p:nvPr>
            <p:ph type="subTitle" idx="14"/>
          </p:nvPr>
        </p:nvSpPr>
        <p:spPr>
          <a:xfrm>
            <a:off x="3318000" y="3258926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229" name="Google Shape;229;p23"/>
          <p:cNvSpPr txBox="1">
            <a:spLocks noGrp="1"/>
          </p:cNvSpPr>
          <p:nvPr>
            <p:ph type="subTitle" idx="15"/>
          </p:nvPr>
        </p:nvSpPr>
        <p:spPr>
          <a:xfrm>
            <a:off x="5763666" y="3258926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_1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/>
          <p:nvPr/>
        </p:nvSpPr>
        <p:spPr>
          <a:xfrm>
            <a:off x="-9243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2" name="Google Shape;252;p26"/>
          <p:cNvGrpSpPr/>
          <p:nvPr/>
        </p:nvGrpSpPr>
        <p:grpSpPr>
          <a:xfrm>
            <a:off x="232200" y="232800"/>
            <a:ext cx="8988300" cy="4964300"/>
            <a:chOff x="232200" y="232800"/>
            <a:chExt cx="8988300" cy="4964300"/>
          </a:xfrm>
        </p:grpSpPr>
        <p:sp>
          <p:nvSpPr>
            <p:cNvPr id="253" name="Google Shape;253;p2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54" name="Google Shape;254;p26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5" name="Google Shape;255;p26"/>
            <p:cNvCxnSpPr/>
            <p:nvPr/>
          </p:nvCxnSpPr>
          <p:spPr>
            <a:xfrm rot="10800000">
              <a:off x="232200" y="4890500"/>
              <a:ext cx="0" cy="306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56" name="Google Shape;256;p26"/>
          <p:cNvSpPr txBox="1">
            <a:spLocks noGrp="1"/>
          </p:cNvSpPr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8" name="Google Shape;268;p28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sp>
          <p:nvSpPr>
            <p:cNvPr id="269" name="Google Shape;269;p2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0" name="Google Shape;270;p28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cxnSp>
            <p:nvCxnSpPr>
              <p:cNvPr id="271" name="Google Shape;271;p28"/>
              <p:cNvCxnSpPr/>
              <p:nvPr/>
            </p:nvCxnSpPr>
            <p:spPr>
              <a:xfrm rot="10800000">
                <a:off x="232200" y="-494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2" name="Google Shape;272;p28"/>
              <p:cNvCxnSpPr/>
              <p:nvPr/>
            </p:nvCxnSpPr>
            <p:spPr>
              <a:xfrm rot="10800000">
                <a:off x="8911200" y="49173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5" name="Google Shape;275;p29"/>
          <p:cNvGrpSpPr/>
          <p:nvPr/>
        </p:nvGrpSpPr>
        <p:grpSpPr>
          <a:xfrm>
            <a:off x="232200" y="232800"/>
            <a:ext cx="9045000" cy="4975500"/>
            <a:chOff x="232200" y="232800"/>
            <a:chExt cx="9045000" cy="4975500"/>
          </a:xfrm>
        </p:grpSpPr>
        <p:sp>
          <p:nvSpPr>
            <p:cNvPr id="276" name="Google Shape;276;p2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77" name="Google Shape;277;p29"/>
            <p:cNvCxnSpPr/>
            <p:nvPr/>
          </p:nvCxnSpPr>
          <p:spPr>
            <a:xfrm>
              <a:off x="8911200" y="232800"/>
              <a:ext cx="366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8" name="Google Shape;278;p29"/>
            <p:cNvCxnSpPr/>
            <p:nvPr/>
          </p:nvCxnSpPr>
          <p:spPr>
            <a:xfrm>
              <a:off x="232200" y="4917300"/>
              <a:ext cx="1200" cy="291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1" r:id="rId9"/>
    <p:sldLayoutId id="2147483662" r:id="rId10"/>
    <p:sldLayoutId id="2147483665" r:id="rId11"/>
    <p:sldLayoutId id="2147483669" r:id="rId12"/>
    <p:sldLayoutId id="2147483672" r:id="rId13"/>
    <p:sldLayoutId id="2147483674" r:id="rId14"/>
    <p:sldLayoutId id="2147483675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3"/>
          <p:cNvSpPr txBox="1">
            <a:spLocks noGrp="1"/>
          </p:cNvSpPr>
          <p:nvPr>
            <p:ph type="ctrTitle"/>
          </p:nvPr>
        </p:nvSpPr>
        <p:spPr>
          <a:xfrm>
            <a:off x="60960" y="2013037"/>
            <a:ext cx="8816978" cy="13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ru-RU" sz="2800" dirty="0">
                <a:latin typeface="Helvetica" panose="020B0604020202020204" pitchFamily="34" charset="0"/>
                <a:cs typeface="Helvetica" panose="020B0604020202020204" pitchFamily="34" charset="0"/>
              </a:rPr>
              <a:t>Информационная система поддержки эксплуатации автотранспорта</a:t>
            </a:r>
          </a:p>
        </p:txBody>
      </p:sp>
      <p:sp>
        <p:nvSpPr>
          <p:cNvPr id="290" name="Google Shape;290;p33"/>
          <p:cNvSpPr txBox="1">
            <a:spLocks noGrp="1"/>
          </p:cNvSpPr>
          <p:nvPr>
            <p:ph type="subTitle" idx="1"/>
          </p:nvPr>
        </p:nvSpPr>
        <p:spPr>
          <a:xfrm>
            <a:off x="587166" y="3506955"/>
            <a:ext cx="58974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>
                <a:solidFill>
                  <a:schemeClr val="bg1">
                    <a:lumMod val="1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Подготовил: </a:t>
            </a:r>
            <a:r>
              <a:rPr lang="ru-RU" dirty="0" smtClean="0">
                <a:solidFill>
                  <a:schemeClr val="bg1">
                    <a:lumMod val="1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студент группы </a:t>
            </a:r>
            <a:r>
              <a:rPr lang="ru-RU" dirty="0">
                <a:solidFill>
                  <a:schemeClr val="bg1">
                    <a:lumMod val="1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ВПР41</a:t>
            </a:r>
          </a:p>
          <a:p>
            <a:r>
              <a:rPr lang="ru-RU" dirty="0">
                <a:solidFill>
                  <a:schemeClr val="bg1">
                    <a:lumMod val="1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Яковлев </a:t>
            </a:r>
            <a:r>
              <a:rPr lang="ru-RU" dirty="0" smtClean="0">
                <a:solidFill>
                  <a:schemeClr val="bg1">
                    <a:lumMod val="1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Дмитрий Викторович</a:t>
            </a:r>
            <a:endParaRPr lang="ru-KZ" dirty="0">
              <a:solidFill>
                <a:schemeClr val="bg1">
                  <a:lumMod val="1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0" name="Номер слайда 4">
            <a:extLst>
              <a:ext uri="{FF2B5EF4-FFF2-40B4-BE49-F238E27FC236}">
                <a16:creationId xmlns:a16="http://schemas.microsoft.com/office/drawing/2014/main" id="{1F7A2204-1D13-4718-82A4-3900A7DBF12C}"/>
              </a:ext>
            </a:extLst>
          </p:cNvPr>
          <p:cNvSpPr txBox="1">
            <a:spLocks/>
          </p:cNvSpPr>
          <p:nvPr/>
        </p:nvSpPr>
        <p:spPr>
          <a:xfrm>
            <a:off x="7902872" y="3793464"/>
            <a:ext cx="2743200" cy="178743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B0464663-7E4D-7E41-89B6-2C7638D32606}" type="slidenum">
              <a:rPr lang="ru-KZ" sz="5400" smtClean="0">
                <a:latin typeface="Helvetica" panose="020B0604020202020204" pitchFamily="34" charset="0"/>
                <a:cs typeface="Helvetica" panose="020B0604020202020204" pitchFamily="34" charset="0"/>
              </a:rPr>
              <a:pPr/>
              <a:t>1</a:t>
            </a:fld>
            <a:endParaRPr lang="ru-KZ" sz="5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1" name="object 9">
            <a:extLst>
              <a:ext uri="{FF2B5EF4-FFF2-40B4-BE49-F238E27FC236}">
                <a16:creationId xmlns:a16="http://schemas.microsoft.com/office/drawing/2014/main" id="{8C191604-E5B8-5352-63B9-396495B952A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35824" y="117991"/>
            <a:ext cx="705252" cy="700402"/>
          </a:xfrm>
          <a:prstGeom prst="rect">
            <a:avLst/>
          </a:prstGeom>
        </p:spPr>
      </p:pic>
      <p:sp>
        <p:nvSpPr>
          <p:cNvPr id="22" name="Google Shape;290;p33"/>
          <p:cNvSpPr txBox="1">
            <a:spLocks/>
          </p:cNvSpPr>
          <p:nvPr/>
        </p:nvSpPr>
        <p:spPr>
          <a:xfrm>
            <a:off x="587166" y="4046604"/>
            <a:ext cx="58974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anken Grotesk"/>
              <a:buNone/>
              <a:defRPr sz="1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anken Grotesk"/>
              <a:buNone/>
              <a:defRPr sz="1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anken Grotesk"/>
              <a:buNone/>
              <a:defRPr sz="1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anken Grotesk"/>
              <a:buNone/>
              <a:defRPr sz="1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anken Grotesk"/>
              <a:buNone/>
              <a:defRPr sz="1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anken Grotesk"/>
              <a:buNone/>
              <a:defRPr sz="1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anken Grotesk"/>
              <a:buNone/>
              <a:defRPr sz="1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anken Grotesk"/>
              <a:buNone/>
              <a:defRPr sz="1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r>
              <a:rPr lang="ru-KZ" dirty="0">
                <a:solidFill>
                  <a:schemeClr val="bg1">
                    <a:lumMod val="1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Руководитель ВКР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  <a:latin typeface="Hanken Grotesk" panose="020B0604020202020204" charset="0"/>
                <a:cs typeface="Helvetica" panose="020B0604020202020204" pitchFamily="34" charset="0"/>
              </a:rPr>
              <a:t>:</a:t>
            </a:r>
          </a:p>
          <a:p>
            <a:r>
              <a:rPr lang="ru-RU" dirty="0">
                <a:solidFill>
                  <a:schemeClr val="bg1">
                    <a:lumMod val="1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Профессор </a:t>
            </a:r>
            <a:r>
              <a:rPr lang="ru-RU" dirty="0" err="1">
                <a:solidFill>
                  <a:schemeClr val="bg1">
                    <a:lumMod val="1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Гранков</a:t>
            </a:r>
            <a:r>
              <a:rPr lang="ru-RU" dirty="0">
                <a:solidFill>
                  <a:schemeClr val="bg1">
                    <a:lumMod val="1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Михаил Васильевич</a:t>
            </a:r>
            <a:endParaRPr lang="ru-KZ" dirty="0">
              <a:solidFill>
                <a:schemeClr val="bg1">
                  <a:lumMod val="1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3" name="Text 0">
            <a:extLst>
              <a:ext uri="{FF2B5EF4-FFF2-40B4-BE49-F238E27FC236}">
                <a16:creationId xmlns:a16="http://schemas.microsoft.com/office/drawing/2014/main" id="{A217FBF4-B998-6342-9B11-9AF434AD13E0}"/>
              </a:ext>
            </a:extLst>
          </p:cNvPr>
          <p:cNvSpPr/>
          <p:nvPr/>
        </p:nvSpPr>
        <p:spPr>
          <a:xfrm>
            <a:off x="-1664878" y="862158"/>
            <a:ext cx="12106656" cy="844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ru-RU" b="1" dirty="0">
                <a:solidFill>
                  <a:schemeClr val="bg1">
                    <a:lumMod val="10000"/>
                  </a:schemeClr>
                </a:solidFill>
                <a:latin typeface="Helvetica" pitchFamily="2" charset="0"/>
              </a:rPr>
              <a:t>МИНИСТЕРСТВО НАУКИ И ВЫСШЕГО ОБРАЗОВАНИЯ РОССИЙСКОЙ</a:t>
            </a:r>
          </a:p>
          <a:p>
            <a:pPr marL="0" indent="0" algn="ctr">
              <a:buNone/>
            </a:pPr>
            <a:r>
              <a:rPr lang="ru-RU" b="1" dirty="0">
                <a:solidFill>
                  <a:schemeClr val="bg1">
                    <a:lumMod val="10000"/>
                  </a:schemeClr>
                </a:solidFill>
                <a:latin typeface="Helvetica" pitchFamily="2" charset="0"/>
              </a:rPr>
              <a:t> ФЕДЕРАЦИИ</a:t>
            </a:r>
            <a:endParaRPr lang="en-US" b="1" dirty="0">
              <a:solidFill>
                <a:schemeClr val="bg1">
                  <a:lumMod val="10000"/>
                </a:schemeClr>
              </a:solidFill>
              <a:latin typeface="Helvetica" pitchFamily="2" charset="0"/>
            </a:endParaRPr>
          </a:p>
        </p:txBody>
      </p:sp>
      <p:sp>
        <p:nvSpPr>
          <p:cNvPr id="24" name="Text 0">
            <a:extLst>
              <a:ext uri="{FF2B5EF4-FFF2-40B4-BE49-F238E27FC236}">
                <a16:creationId xmlns:a16="http://schemas.microsoft.com/office/drawing/2014/main" id="{F96327C5-C321-3A40-B760-39E137672B76}"/>
              </a:ext>
            </a:extLst>
          </p:cNvPr>
          <p:cNvSpPr/>
          <p:nvPr/>
        </p:nvSpPr>
        <p:spPr>
          <a:xfrm>
            <a:off x="-1664878" y="1377963"/>
            <a:ext cx="12106656" cy="1639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ru-RU" b="1" dirty="0">
                <a:solidFill>
                  <a:schemeClr val="bg1">
                    <a:lumMod val="10000"/>
                  </a:schemeClr>
                </a:solidFill>
                <a:latin typeface="Helvetica" pitchFamily="2" charset="0"/>
              </a:rPr>
              <a:t>ФЕДЕРАЛЬНОЕ ГОСУДАРСТВЕННОЕ БЮДЖЕТНОЕ</a:t>
            </a:r>
          </a:p>
          <a:p>
            <a:pPr marL="0" indent="0" algn="ctr">
              <a:buNone/>
            </a:pPr>
            <a:r>
              <a:rPr lang="ru-RU" b="1" dirty="0">
                <a:solidFill>
                  <a:schemeClr val="bg1">
                    <a:lumMod val="10000"/>
                  </a:schemeClr>
                </a:solidFill>
                <a:latin typeface="Helvetica" pitchFamily="2" charset="0"/>
              </a:rPr>
              <a:t> ОБРАЗОВАТЕЛЬНОЕ УЧРЕЖДЕНИЕ ВЫСШЕГО ОБРАЗОВАНИЯ</a:t>
            </a:r>
          </a:p>
          <a:p>
            <a:pPr marL="0" indent="0" algn="ctr">
              <a:buNone/>
            </a:pPr>
            <a:r>
              <a:rPr lang="ru-RU" b="1" dirty="0">
                <a:solidFill>
                  <a:schemeClr val="bg1">
                    <a:lumMod val="10000"/>
                  </a:schemeClr>
                </a:solidFill>
                <a:latin typeface="Helvetica" pitchFamily="2" charset="0"/>
              </a:rPr>
              <a:t>«ДОНСКОЙ ГОСУДАРСТВЕННЫЙ ТЕХНИЧЕСКИЙ УНИВЕРСИТЕТ»</a:t>
            </a:r>
          </a:p>
          <a:p>
            <a:pPr marL="0" indent="0" algn="ctr">
              <a:buNone/>
            </a:pPr>
            <a:r>
              <a:rPr lang="ru-RU" b="1" dirty="0">
                <a:solidFill>
                  <a:schemeClr val="bg1">
                    <a:lumMod val="10000"/>
                  </a:schemeClr>
                </a:solidFill>
                <a:latin typeface="Helvetica" pitchFamily="2" charset="0"/>
              </a:rPr>
              <a:t>(ДГТУ)</a:t>
            </a:r>
            <a:endParaRPr lang="en-US" b="1" dirty="0">
              <a:solidFill>
                <a:schemeClr val="bg1">
                  <a:lumMod val="10000"/>
                </a:schemeClr>
              </a:solidFill>
              <a:latin typeface="Helvetica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latin typeface="Helvetica" panose="020B0604020202020204" pitchFamily="34" charset="0"/>
                <a:cs typeface="Helvetica" panose="020B0604020202020204" pitchFamily="34" charset="0"/>
              </a:rPr>
              <a:t>Актуальность темы</a:t>
            </a:r>
            <a:endParaRPr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06" name="Google Shape;506;p46"/>
          <p:cNvSpPr txBox="1">
            <a:spLocks noGrp="1"/>
          </p:cNvSpPr>
          <p:nvPr>
            <p:ph type="subTitle" idx="1"/>
          </p:nvPr>
        </p:nvSpPr>
        <p:spPr>
          <a:xfrm>
            <a:off x="969238" y="2495212"/>
            <a:ext cx="2242500" cy="8286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dirty="0">
                <a:latin typeface="Helvetica" panose="020B0604020202020204" pitchFamily="34" charset="0"/>
                <a:cs typeface="Helvetica" panose="020B0604020202020204" pitchFamily="34" charset="0"/>
              </a:rPr>
              <a:t>необходимость системного учёта ТО и расходов</a:t>
            </a:r>
            <a:endParaRPr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07" name="Google Shape;507;p46"/>
          <p:cNvSpPr txBox="1">
            <a:spLocks noGrp="1"/>
          </p:cNvSpPr>
          <p:nvPr>
            <p:ph type="subTitle" idx="2"/>
          </p:nvPr>
        </p:nvSpPr>
        <p:spPr>
          <a:xfrm>
            <a:off x="3450748" y="2498406"/>
            <a:ext cx="2242500" cy="8254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dirty="0">
                <a:latin typeface="Helvetica" panose="020B0604020202020204" pitchFamily="34" charset="0"/>
                <a:cs typeface="Helvetica" panose="020B0604020202020204" pitchFamily="34" charset="0"/>
              </a:rPr>
              <a:t>сложные интерфейсы или ограниченный функционал</a:t>
            </a:r>
            <a:endParaRPr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08" name="Google Shape;508;p46"/>
          <p:cNvSpPr txBox="1">
            <a:spLocks noGrp="1"/>
          </p:cNvSpPr>
          <p:nvPr>
            <p:ph type="subTitle" idx="3"/>
          </p:nvPr>
        </p:nvSpPr>
        <p:spPr>
          <a:xfrm>
            <a:off x="5932258" y="2498406"/>
            <a:ext cx="2242500" cy="8254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dirty="0">
                <a:latin typeface="Helvetica" panose="020B0604020202020204" pitchFamily="34" charset="0"/>
                <a:cs typeface="Helvetica" panose="020B0604020202020204" pitchFamily="34" charset="0"/>
              </a:rPr>
              <a:t>снижение затрат на ремонт и топливо за счёт автоматизации</a:t>
            </a:r>
            <a:endParaRPr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09" name="Google Shape;509;p46"/>
          <p:cNvSpPr txBox="1">
            <a:spLocks noGrp="1"/>
          </p:cNvSpPr>
          <p:nvPr>
            <p:ph type="subTitle" idx="4"/>
          </p:nvPr>
        </p:nvSpPr>
        <p:spPr>
          <a:xfrm>
            <a:off x="505279" y="1720240"/>
            <a:ext cx="3118107" cy="75309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ru-RU" b="1" dirty="0">
                <a:latin typeface="Helvetica" panose="020B0604020202020204" pitchFamily="34" charset="0"/>
                <a:cs typeface="Helvetica" panose="020B0604020202020204" pitchFamily="34" charset="0"/>
              </a:rPr>
              <a:t>Рост числа автомобилей</a:t>
            </a:r>
            <a:endParaRPr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10" name="Google Shape;510;p46"/>
          <p:cNvSpPr txBox="1">
            <a:spLocks noGrp="1"/>
          </p:cNvSpPr>
          <p:nvPr>
            <p:ph type="subTitle" idx="5"/>
          </p:nvPr>
        </p:nvSpPr>
        <p:spPr>
          <a:xfrm>
            <a:off x="3450748" y="1630833"/>
            <a:ext cx="2242500" cy="82381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ru-RU" b="1" dirty="0">
                <a:latin typeface="Helvetica" panose="020B0604020202020204" pitchFamily="34" charset="0"/>
                <a:cs typeface="Helvetica" panose="020B0604020202020204" pitchFamily="34" charset="0"/>
              </a:rPr>
              <a:t>Недостатки аналогов</a:t>
            </a:r>
            <a:endParaRPr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11" name="Google Shape;511;p46"/>
          <p:cNvSpPr txBox="1">
            <a:spLocks noGrp="1"/>
          </p:cNvSpPr>
          <p:nvPr>
            <p:ph type="subTitle" idx="6"/>
          </p:nvPr>
        </p:nvSpPr>
        <p:spPr>
          <a:xfrm>
            <a:off x="5984570" y="1720240"/>
            <a:ext cx="2242500" cy="7589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ru-RU" b="1" dirty="0">
                <a:latin typeface="Helvetica" panose="020B0604020202020204" pitchFamily="34" charset="0"/>
                <a:cs typeface="Helvetica" panose="020B0604020202020204" pitchFamily="34" charset="0"/>
              </a:rPr>
              <a:t>Экономия для пользователей</a:t>
            </a:r>
            <a:endParaRPr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536" name="Google Shape;536;p46"/>
          <p:cNvCxnSpPr>
            <a:stCxn id="508" idx="2"/>
          </p:cNvCxnSpPr>
          <p:nvPr/>
        </p:nvCxnSpPr>
        <p:spPr>
          <a:xfrm flipH="1">
            <a:off x="7044950" y="3323842"/>
            <a:ext cx="8558" cy="1879583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7" name="Google Shape;537;p46"/>
          <p:cNvCxnSpPr>
            <a:stCxn id="507" idx="2"/>
          </p:cNvCxnSpPr>
          <p:nvPr/>
        </p:nvCxnSpPr>
        <p:spPr>
          <a:xfrm>
            <a:off x="4571998" y="3323842"/>
            <a:ext cx="0" cy="183045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8" name="Google Shape;538;p46"/>
          <p:cNvCxnSpPr>
            <a:stCxn id="506" idx="2"/>
          </p:cNvCxnSpPr>
          <p:nvPr/>
        </p:nvCxnSpPr>
        <p:spPr>
          <a:xfrm>
            <a:off x="2090488" y="3323842"/>
            <a:ext cx="0" cy="201141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" name="Номер слайда 4">
            <a:extLst>
              <a:ext uri="{FF2B5EF4-FFF2-40B4-BE49-F238E27FC236}">
                <a16:creationId xmlns:a16="http://schemas.microsoft.com/office/drawing/2014/main" id="{DA5C2F03-D9C7-4403-85DC-EA13D6BF29FD}"/>
              </a:ext>
            </a:extLst>
          </p:cNvPr>
          <p:cNvSpPr txBox="1">
            <a:spLocks/>
          </p:cNvSpPr>
          <p:nvPr/>
        </p:nvSpPr>
        <p:spPr>
          <a:xfrm>
            <a:off x="8332176" y="4070865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B0464663-7E4D-7E41-89B6-2C7638D32606}" type="slidenum">
              <a:rPr lang="ru-KZ" sz="5400" smtClean="0">
                <a:latin typeface="Helvetica" panose="020B0604020202020204" pitchFamily="34" charset="0"/>
                <a:cs typeface="Helvetica" panose="020B0604020202020204" pitchFamily="34" charset="0"/>
              </a:rPr>
              <a:pPr/>
              <a:t>2</a:t>
            </a:fld>
            <a:endParaRPr lang="ru-KZ" sz="5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49" name="Google Shape;9567;p76"/>
          <p:cNvGrpSpPr/>
          <p:nvPr/>
        </p:nvGrpSpPr>
        <p:grpSpPr>
          <a:xfrm>
            <a:off x="6823394" y="1266392"/>
            <a:ext cx="460227" cy="365004"/>
            <a:chOff x="-62882850" y="1999375"/>
            <a:chExt cx="315850" cy="250500"/>
          </a:xfrm>
          <a:solidFill>
            <a:schemeClr val="tx1"/>
          </a:solidFill>
        </p:grpSpPr>
        <p:sp>
          <p:nvSpPr>
            <p:cNvPr id="50" name="Google Shape;9568;p76"/>
            <p:cNvSpPr/>
            <p:nvPr/>
          </p:nvSpPr>
          <p:spPr>
            <a:xfrm>
              <a:off x="-62882850" y="1999375"/>
              <a:ext cx="315850" cy="250500"/>
            </a:xfrm>
            <a:custGeom>
              <a:avLst/>
              <a:gdLst/>
              <a:ahLst/>
              <a:cxnLst/>
              <a:rect l="l" t="t" r="r" b="b"/>
              <a:pathLst>
                <a:path w="12634" h="10020" extrusionOk="0">
                  <a:moveTo>
                    <a:pt x="10586" y="851"/>
                  </a:moveTo>
                  <a:cubicBezTo>
                    <a:pt x="10838" y="851"/>
                    <a:pt x="11027" y="1040"/>
                    <a:pt x="11027" y="1261"/>
                  </a:cubicBezTo>
                  <a:lnTo>
                    <a:pt x="11027" y="7499"/>
                  </a:lnTo>
                  <a:lnTo>
                    <a:pt x="1638" y="7499"/>
                  </a:lnTo>
                  <a:lnTo>
                    <a:pt x="1638" y="1261"/>
                  </a:lnTo>
                  <a:lnTo>
                    <a:pt x="1607" y="1261"/>
                  </a:lnTo>
                  <a:cubicBezTo>
                    <a:pt x="1607" y="1040"/>
                    <a:pt x="1796" y="851"/>
                    <a:pt x="2048" y="851"/>
                  </a:cubicBezTo>
                  <a:close/>
                  <a:moveTo>
                    <a:pt x="11814" y="8318"/>
                  </a:moveTo>
                  <a:lnTo>
                    <a:pt x="11814" y="8727"/>
                  </a:lnTo>
                  <a:cubicBezTo>
                    <a:pt x="11814" y="8948"/>
                    <a:pt x="11594" y="9137"/>
                    <a:pt x="11405" y="9137"/>
                  </a:cubicBezTo>
                  <a:lnTo>
                    <a:pt x="1197" y="9137"/>
                  </a:lnTo>
                  <a:cubicBezTo>
                    <a:pt x="977" y="9137"/>
                    <a:pt x="788" y="8948"/>
                    <a:pt x="788" y="8727"/>
                  </a:cubicBezTo>
                  <a:lnTo>
                    <a:pt x="788" y="8318"/>
                  </a:lnTo>
                  <a:close/>
                  <a:moveTo>
                    <a:pt x="2048" y="1"/>
                  </a:moveTo>
                  <a:cubicBezTo>
                    <a:pt x="1355" y="1"/>
                    <a:pt x="788" y="568"/>
                    <a:pt x="788" y="1261"/>
                  </a:cubicBezTo>
                  <a:lnTo>
                    <a:pt x="788" y="7499"/>
                  </a:lnTo>
                  <a:lnTo>
                    <a:pt x="378" y="7499"/>
                  </a:lnTo>
                  <a:cubicBezTo>
                    <a:pt x="158" y="7499"/>
                    <a:pt x="0" y="7688"/>
                    <a:pt x="0" y="7940"/>
                  </a:cubicBezTo>
                  <a:lnTo>
                    <a:pt x="0" y="8759"/>
                  </a:lnTo>
                  <a:cubicBezTo>
                    <a:pt x="0" y="9420"/>
                    <a:pt x="536" y="10019"/>
                    <a:pt x="1197" y="10019"/>
                  </a:cubicBezTo>
                  <a:lnTo>
                    <a:pt x="11405" y="10019"/>
                  </a:lnTo>
                  <a:cubicBezTo>
                    <a:pt x="12066" y="10019"/>
                    <a:pt x="12634" y="9452"/>
                    <a:pt x="12634" y="8759"/>
                  </a:cubicBezTo>
                  <a:lnTo>
                    <a:pt x="12634" y="7940"/>
                  </a:lnTo>
                  <a:cubicBezTo>
                    <a:pt x="12634" y="7656"/>
                    <a:pt x="12444" y="7499"/>
                    <a:pt x="12224" y="7499"/>
                  </a:cubicBezTo>
                  <a:lnTo>
                    <a:pt x="11814" y="7499"/>
                  </a:lnTo>
                  <a:lnTo>
                    <a:pt x="11814" y="1261"/>
                  </a:lnTo>
                  <a:cubicBezTo>
                    <a:pt x="11814" y="599"/>
                    <a:pt x="11247" y="1"/>
                    <a:pt x="105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  <p:sp>
          <p:nvSpPr>
            <p:cNvPr id="51" name="Google Shape;9569;p76"/>
            <p:cNvSpPr/>
            <p:nvPr/>
          </p:nvSpPr>
          <p:spPr>
            <a:xfrm>
              <a:off x="-62806475" y="2062375"/>
              <a:ext cx="146525" cy="103800"/>
            </a:xfrm>
            <a:custGeom>
              <a:avLst/>
              <a:gdLst/>
              <a:ahLst/>
              <a:cxnLst/>
              <a:rect l="l" t="t" r="r" b="b"/>
              <a:pathLst>
                <a:path w="5861" h="4152" extrusionOk="0">
                  <a:moveTo>
                    <a:pt x="3782" y="1"/>
                  </a:moveTo>
                  <a:cubicBezTo>
                    <a:pt x="3561" y="1"/>
                    <a:pt x="3341" y="221"/>
                    <a:pt x="3341" y="410"/>
                  </a:cubicBezTo>
                  <a:cubicBezTo>
                    <a:pt x="3341" y="631"/>
                    <a:pt x="3561" y="852"/>
                    <a:pt x="3782" y="852"/>
                  </a:cubicBezTo>
                  <a:lnTo>
                    <a:pt x="4443" y="852"/>
                  </a:lnTo>
                  <a:lnTo>
                    <a:pt x="2962" y="2332"/>
                  </a:lnTo>
                  <a:lnTo>
                    <a:pt x="2395" y="1765"/>
                  </a:lnTo>
                  <a:cubicBezTo>
                    <a:pt x="2332" y="1686"/>
                    <a:pt x="2230" y="1647"/>
                    <a:pt x="2124" y="1647"/>
                  </a:cubicBezTo>
                  <a:cubicBezTo>
                    <a:pt x="2017" y="1647"/>
                    <a:pt x="1907" y="1686"/>
                    <a:pt x="1828" y="1765"/>
                  </a:cubicBezTo>
                  <a:lnTo>
                    <a:pt x="159" y="3435"/>
                  </a:lnTo>
                  <a:cubicBezTo>
                    <a:pt x="1" y="3592"/>
                    <a:pt x="1" y="3876"/>
                    <a:pt x="159" y="4034"/>
                  </a:cubicBezTo>
                  <a:cubicBezTo>
                    <a:pt x="237" y="4112"/>
                    <a:pt x="348" y="4152"/>
                    <a:pt x="458" y="4152"/>
                  </a:cubicBezTo>
                  <a:cubicBezTo>
                    <a:pt x="568" y="4152"/>
                    <a:pt x="678" y="4112"/>
                    <a:pt x="757" y="4034"/>
                  </a:cubicBezTo>
                  <a:lnTo>
                    <a:pt x="2143" y="2647"/>
                  </a:lnTo>
                  <a:lnTo>
                    <a:pt x="2679" y="3183"/>
                  </a:lnTo>
                  <a:cubicBezTo>
                    <a:pt x="2758" y="3262"/>
                    <a:pt x="2868" y="3301"/>
                    <a:pt x="2978" y="3301"/>
                  </a:cubicBezTo>
                  <a:cubicBezTo>
                    <a:pt x="3088" y="3301"/>
                    <a:pt x="3199" y="3262"/>
                    <a:pt x="3278" y="3183"/>
                  </a:cubicBezTo>
                  <a:lnTo>
                    <a:pt x="5042" y="1419"/>
                  </a:lnTo>
                  <a:lnTo>
                    <a:pt x="5042" y="2080"/>
                  </a:lnTo>
                  <a:cubicBezTo>
                    <a:pt x="5042" y="2332"/>
                    <a:pt x="5231" y="2521"/>
                    <a:pt x="5451" y="2521"/>
                  </a:cubicBezTo>
                  <a:cubicBezTo>
                    <a:pt x="5640" y="2521"/>
                    <a:pt x="5861" y="2332"/>
                    <a:pt x="5861" y="2080"/>
                  </a:cubicBezTo>
                  <a:lnTo>
                    <a:pt x="5861" y="442"/>
                  </a:lnTo>
                  <a:cubicBezTo>
                    <a:pt x="5861" y="158"/>
                    <a:pt x="5672" y="1"/>
                    <a:pt x="545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/>
            </a:p>
          </p:txBody>
        </p:sp>
      </p:grpSp>
      <p:grpSp>
        <p:nvGrpSpPr>
          <p:cNvPr id="52" name="Google Shape;9253;p75"/>
          <p:cNvGrpSpPr/>
          <p:nvPr/>
        </p:nvGrpSpPr>
        <p:grpSpPr>
          <a:xfrm>
            <a:off x="1876528" y="1261555"/>
            <a:ext cx="375591" cy="374678"/>
            <a:chOff x="-42796882" y="2680675"/>
            <a:chExt cx="319000" cy="318225"/>
          </a:xfrm>
          <a:solidFill>
            <a:schemeClr val="tx1"/>
          </a:solidFill>
        </p:grpSpPr>
        <p:sp>
          <p:nvSpPr>
            <p:cNvPr id="53" name="Google Shape;9254;p75"/>
            <p:cNvSpPr/>
            <p:nvPr/>
          </p:nvSpPr>
          <p:spPr>
            <a:xfrm>
              <a:off x="-42671650" y="2853950"/>
              <a:ext cx="70125" cy="21275"/>
            </a:xfrm>
            <a:custGeom>
              <a:avLst/>
              <a:gdLst/>
              <a:ahLst/>
              <a:cxnLst/>
              <a:rect l="l" t="t" r="r" b="b"/>
              <a:pathLst>
                <a:path w="2805" h="851" extrusionOk="0">
                  <a:moveTo>
                    <a:pt x="442" y="0"/>
                  </a:moveTo>
                  <a:cubicBezTo>
                    <a:pt x="190" y="0"/>
                    <a:pt x="1" y="221"/>
                    <a:pt x="1" y="410"/>
                  </a:cubicBezTo>
                  <a:cubicBezTo>
                    <a:pt x="1" y="630"/>
                    <a:pt x="190" y="851"/>
                    <a:pt x="442" y="851"/>
                  </a:cubicBezTo>
                  <a:lnTo>
                    <a:pt x="2364" y="851"/>
                  </a:lnTo>
                  <a:cubicBezTo>
                    <a:pt x="2616" y="851"/>
                    <a:pt x="2773" y="630"/>
                    <a:pt x="2773" y="410"/>
                  </a:cubicBezTo>
                  <a:cubicBezTo>
                    <a:pt x="2805" y="221"/>
                    <a:pt x="2584" y="0"/>
                    <a:pt x="23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9255;p75"/>
            <p:cNvSpPr/>
            <p:nvPr/>
          </p:nvSpPr>
          <p:spPr>
            <a:xfrm>
              <a:off x="-42671650" y="2895675"/>
              <a:ext cx="70125" cy="20525"/>
            </a:xfrm>
            <a:custGeom>
              <a:avLst/>
              <a:gdLst/>
              <a:ahLst/>
              <a:cxnLst/>
              <a:rect l="l" t="t" r="r" b="b"/>
              <a:pathLst>
                <a:path w="2805" h="821" extrusionOk="0">
                  <a:moveTo>
                    <a:pt x="442" y="1"/>
                  </a:moveTo>
                  <a:cubicBezTo>
                    <a:pt x="190" y="1"/>
                    <a:pt x="1" y="190"/>
                    <a:pt x="1" y="442"/>
                  </a:cubicBezTo>
                  <a:cubicBezTo>
                    <a:pt x="1" y="663"/>
                    <a:pt x="190" y="820"/>
                    <a:pt x="442" y="820"/>
                  </a:cubicBezTo>
                  <a:lnTo>
                    <a:pt x="2364" y="820"/>
                  </a:lnTo>
                  <a:cubicBezTo>
                    <a:pt x="2616" y="820"/>
                    <a:pt x="2773" y="631"/>
                    <a:pt x="2773" y="442"/>
                  </a:cubicBezTo>
                  <a:cubicBezTo>
                    <a:pt x="2805" y="190"/>
                    <a:pt x="2584" y="1"/>
                    <a:pt x="23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9256;p75"/>
            <p:cNvSpPr/>
            <p:nvPr/>
          </p:nvSpPr>
          <p:spPr>
            <a:xfrm>
              <a:off x="-42796882" y="2680675"/>
              <a:ext cx="319000" cy="318225"/>
            </a:xfrm>
            <a:custGeom>
              <a:avLst/>
              <a:gdLst/>
              <a:ahLst/>
              <a:cxnLst/>
              <a:rect l="l" t="t" r="r" b="b"/>
              <a:pathLst>
                <a:path w="12760" h="12729" extrusionOk="0">
                  <a:moveTo>
                    <a:pt x="9011" y="882"/>
                  </a:moveTo>
                  <a:cubicBezTo>
                    <a:pt x="9168" y="882"/>
                    <a:pt x="9357" y="914"/>
                    <a:pt x="9483" y="945"/>
                  </a:cubicBezTo>
                  <a:cubicBezTo>
                    <a:pt x="9799" y="1071"/>
                    <a:pt x="10051" y="1355"/>
                    <a:pt x="10177" y="1701"/>
                  </a:cubicBezTo>
                  <a:lnTo>
                    <a:pt x="2615" y="1701"/>
                  </a:lnTo>
                  <a:cubicBezTo>
                    <a:pt x="2804" y="1229"/>
                    <a:pt x="3245" y="882"/>
                    <a:pt x="3781" y="882"/>
                  </a:cubicBezTo>
                  <a:close/>
                  <a:moveTo>
                    <a:pt x="1733" y="3623"/>
                  </a:moveTo>
                  <a:lnTo>
                    <a:pt x="1733" y="5293"/>
                  </a:lnTo>
                  <a:lnTo>
                    <a:pt x="914" y="5293"/>
                  </a:lnTo>
                  <a:lnTo>
                    <a:pt x="914" y="3623"/>
                  </a:lnTo>
                  <a:close/>
                  <a:moveTo>
                    <a:pt x="11941" y="3623"/>
                  </a:moveTo>
                  <a:lnTo>
                    <a:pt x="11941" y="5293"/>
                  </a:lnTo>
                  <a:lnTo>
                    <a:pt x="11122" y="5293"/>
                  </a:lnTo>
                  <a:lnTo>
                    <a:pt x="11122" y="3623"/>
                  </a:lnTo>
                  <a:close/>
                  <a:moveTo>
                    <a:pt x="10240" y="2521"/>
                  </a:moveTo>
                  <a:lnTo>
                    <a:pt x="10240" y="5316"/>
                  </a:lnTo>
                  <a:lnTo>
                    <a:pt x="10240" y="5316"/>
                  </a:lnTo>
                  <a:cubicBezTo>
                    <a:pt x="10144" y="5293"/>
                    <a:pt x="10003" y="5293"/>
                    <a:pt x="9862" y="5293"/>
                  </a:cubicBezTo>
                  <a:lnTo>
                    <a:pt x="6932" y="5293"/>
                  </a:lnTo>
                  <a:lnTo>
                    <a:pt x="6932" y="2521"/>
                  </a:lnTo>
                  <a:close/>
                  <a:moveTo>
                    <a:pt x="6144" y="2521"/>
                  </a:moveTo>
                  <a:lnTo>
                    <a:pt x="6144" y="5293"/>
                  </a:lnTo>
                  <a:lnTo>
                    <a:pt x="2962" y="5293"/>
                  </a:lnTo>
                  <a:cubicBezTo>
                    <a:pt x="2804" y="5293"/>
                    <a:pt x="2678" y="5293"/>
                    <a:pt x="2552" y="5324"/>
                  </a:cubicBezTo>
                  <a:lnTo>
                    <a:pt x="2552" y="2521"/>
                  </a:lnTo>
                  <a:close/>
                  <a:moveTo>
                    <a:pt x="9893" y="6207"/>
                  </a:moveTo>
                  <a:cubicBezTo>
                    <a:pt x="10555" y="6207"/>
                    <a:pt x="11122" y="6742"/>
                    <a:pt x="11122" y="7404"/>
                  </a:cubicBezTo>
                  <a:lnTo>
                    <a:pt x="11122" y="9861"/>
                  </a:lnTo>
                  <a:cubicBezTo>
                    <a:pt x="11122" y="10019"/>
                    <a:pt x="11027" y="10145"/>
                    <a:pt x="10933" y="10208"/>
                  </a:cubicBezTo>
                  <a:cubicBezTo>
                    <a:pt x="10838" y="10239"/>
                    <a:pt x="10775" y="10302"/>
                    <a:pt x="10681" y="10302"/>
                  </a:cubicBezTo>
                  <a:lnTo>
                    <a:pt x="2143" y="10302"/>
                  </a:lnTo>
                  <a:cubicBezTo>
                    <a:pt x="1922" y="10302"/>
                    <a:pt x="1796" y="10176"/>
                    <a:pt x="1733" y="10019"/>
                  </a:cubicBezTo>
                  <a:cubicBezTo>
                    <a:pt x="1702" y="9924"/>
                    <a:pt x="1733" y="10050"/>
                    <a:pt x="1733" y="8254"/>
                  </a:cubicBezTo>
                  <a:lnTo>
                    <a:pt x="1733" y="7404"/>
                  </a:lnTo>
                  <a:cubicBezTo>
                    <a:pt x="1733" y="6994"/>
                    <a:pt x="1922" y="6616"/>
                    <a:pt x="2300" y="6396"/>
                  </a:cubicBezTo>
                  <a:cubicBezTo>
                    <a:pt x="2489" y="6270"/>
                    <a:pt x="2710" y="6207"/>
                    <a:pt x="2993" y="6207"/>
                  </a:cubicBezTo>
                  <a:close/>
                  <a:moveTo>
                    <a:pt x="3403" y="11090"/>
                  </a:moveTo>
                  <a:lnTo>
                    <a:pt x="3403" y="11909"/>
                  </a:lnTo>
                  <a:lnTo>
                    <a:pt x="2552" y="11909"/>
                  </a:lnTo>
                  <a:lnTo>
                    <a:pt x="2552" y="11090"/>
                  </a:lnTo>
                  <a:close/>
                  <a:moveTo>
                    <a:pt x="10271" y="11090"/>
                  </a:moveTo>
                  <a:lnTo>
                    <a:pt x="10271" y="11909"/>
                  </a:lnTo>
                  <a:lnTo>
                    <a:pt x="9452" y="11909"/>
                  </a:lnTo>
                  <a:lnTo>
                    <a:pt x="9452" y="11090"/>
                  </a:lnTo>
                  <a:close/>
                  <a:moveTo>
                    <a:pt x="3750" y="0"/>
                  </a:moveTo>
                  <a:cubicBezTo>
                    <a:pt x="2615" y="0"/>
                    <a:pt x="1670" y="945"/>
                    <a:pt x="1670" y="2079"/>
                  </a:cubicBezTo>
                  <a:lnTo>
                    <a:pt x="1670" y="2804"/>
                  </a:lnTo>
                  <a:lnTo>
                    <a:pt x="442" y="2804"/>
                  </a:lnTo>
                  <a:cubicBezTo>
                    <a:pt x="190" y="2804"/>
                    <a:pt x="0" y="2993"/>
                    <a:pt x="0" y="3214"/>
                  </a:cubicBezTo>
                  <a:lnTo>
                    <a:pt x="0" y="5671"/>
                  </a:lnTo>
                  <a:cubicBezTo>
                    <a:pt x="0" y="5923"/>
                    <a:pt x="190" y="6112"/>
                    <a:pt x="442" y="6112"/>
                  </a:cubicBezTo>
                  <a:lnTo>
                    <a:pt x="1261" y="6112"/>
                  </a:lnTo>
                  <a:cubicBezTo>
                    <a:pt x="977" y="6459"/>
                    <a:pt x="820" y="6900"/>
                    <a:pt x="820" y="7341"/>
                  </a:cubicBezTo>
                  <a:lnTo>
                    <a:pt x="820" y="9830"/>
                  </a:lnTo>
                  <a:cubicBezTo>
                    <a:pt x="820" y="10365"/>
                    <a:pt x="1198" y="10806"/>
                    <a:pt x="1670" y="10995"/>
                  </a:cubicBezTo>
                  <a:lnTo>
                    <a:pt x="1670" y="12287"/>
                  </a:lnTo>
                  <a:cubicBezTo>
                    <a:pt x="1670" y="12539"/>
                    <a:pt x="1859" y="12728"/>
                    <a:pt x="2048" y="12728"/>
                  </a:cubicBezTo>
                  <a:lnTo>
                    <a:pt x="3718" y="12728"/>
                  </a:lnTo>
                  <a:cubicBezTo>
                    <a:pt x="3939" y="12728"/>
                    <a:pt x="4096" y="12539"/>
                    <a:pt x="4096" y="12287"/>
                  </a:cubicBezTo>
                  <a:lnTo>
                    <a:pt x="4096" y="11090"/>
                  </a:lnTo>
                  <a:lnTo>
                    <a:pt x="8507" y="11090"/>
                  </a:lnTo>
                  <a:lnTo>
                    <a:pt x="8507" y="12287"/>
                  </a:lnTo>
                  <a:cubicBezTo>
                    <a:pt x="8507" y="12539"/>
                    <a:pt x="8696" y="12728"/>
                    <a:pt x="8916" y="12728"/>
                  </a:cubicBezTo>
                  <a:lnTo>
                    <a:pt x="10555" y="12728"/>
                  </a:lnTo>
                  <a:cubicBezTo>
                    <a:pt x="10807" y="12728"/>
                    <a:pt x="10964" y="12539"/>
                    <a:pt x="10964" y="12287"/>
                  </a:cubicBezTo>
                  <a:lnTo>
                    <a:pt x="10964" y="10995"/>
                  </a:lnTo>
                  <a:cubicBezTo>
                    <a:pt x="11468" y="10838"/>
                    <a:pt x="11783" y="10365"/>
                    <a:pt x="11783" y="9830"/>
                  </a:cubicBezTo>
                  <a:lnTo>
                    <a:pt x="11783" y="7341"/>
                  </a:lnTo>
                  <a:cubicBezTo>
                    <a:pt x="11783" y="6868"/>
                    <a:pt x="11626" y="6427"/>
                    <a:pt x="11374" y="6112"/>
                  </a:cubicBezTo>
                  <a:lnTo>
                    <a:pt x="12224" y="6112"/>
                  </a:lnTo>
                  <a:cubicBezTo>
                    <a:pt x="12445" y="6112"/>
                    <a:pt x="12602" y="5923"/>
                    <a:pt x="12602" y="5671"/>
                  </a:cubicBezTo>
                  <a:lnTo>
                    <a:pt x="12602" y="3214"/>
                  </a:lnTo>
                  <a:cubicBezTo>
                    <a:pt x="12760" y="2993"/>
                    <a:pt x="12571" y="2804"/>
                    <a:pt x="12319" y="2804"/>
                  </a:cubicBezTo>
                  <a:lnTo>
                    <a:pt x="11059" y="2804"/>
                  </a:lnTo>
                  <a:lnTo>
                    <a:pt x="11059" y="2079"/>
                  </a:lnTo>
                  <a:cubicBezTo>
                    <a:pt x="11059" y="945"/>
                    <a:pt x="10145" y="0"/>
                    <a:pt x="89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9257;p75"/>
            <p:cNvSpPr/>
            <p:nvPr/>
          </p:nvSpPr>
          <p:spPr>
            <a:xfrm>
              <a:off x="-42753550" y="2854500"/>
              <a:ext cx="63825" cy="61700"/>
            </a:xfrm>
            <a:custGeom>
              <a:avLst/>
              <a:gdLst/>
              <a:ahLst/>
              <a:cxnLst/>
              <a:rect l="l" t="t" r="r" b="b"/>
              <a:pathLst>
                <a:path w="2553" h="2468" extrusionOk="0">
                  <a:moveTo>
                    <a:pt x="1263" y="829"/>
                  </a:moveTo>
                  <a:cubicBezTo>
                    <a:pt x="1435" y="829"/>
                    <a:pt x="1565" y="949"/>
                    <a:pt x="1639" y="1144"/>
                  </a:cubicBezTo>
                  <a:cubicBezTo>
                    <a:pt x="1718" y="1410"/>
                    <a:pt x="1483" y="1676"/>
                    <a:pt x="1218" y="1676"/>
                  </a:cubicBezTo>
                  <a:cubicBezTo>
                    <a:pt x="1170" y="1676"/>
                    <a:pt x="1120" y="1668"/>
                    <a:pt x="1071" y="1648"/>
                  </a:cubicBezTo>
                  <a:cubicBezTo>
                    <a:pt x="945" y="1616"/>
                    <a:pt x="882" y="1490"/>
                    <a:pt x="851" y="1364"/>
                  </a:cubicBezTo>
                  <a:cubicBezTo>
                    <a:pt x="756" y="1144"/>
                    <a:pt x="914" y="892"/>
                    <a:pt x="1103" y="860"/>
                  </a:cubicBezTo>
                  <a:cubicBezTo>
                    <a:pt x="1160" y="839"/>
                    <a:pt x="1213" y="829"/>
                    <a:pt x="1263" y="829"/>
                  </a:cubicBezTo>
                  <a:close/>
                  <a:moveTo>
                    <a:pt x="1234" y="0"/>
                  </a:moveTo>
                  <a:cubicBezTo>
                    <a:pt x="841" y="0"/>
                    <a:pt x="443" y="194"/>
                    <a:pt x="189" y="545"/>
                  </a:cubicBezTo>
                  <a:cubicBezTo>
                    <a:pt x="95" y="734"/>
                    <a:pt x="0" y="986"/>
                    <a:pt x="0" y="1238"/>
                  </a:cubicBezTo>
                  <a:cubicBezTo>
                    <a:pt x="0" y="1932"/>
                    <a:pt x="567" y="2467"/>
                    <a:pt x="1229" y="2467"/>
                  </a:cubicBezTo>
                  <a:cubicBezTo>
                    <a:pt x="1765" y="2467"/>
                    <a:pt x="2237" y="2121"/>
                    <a:pt x="2395" y="1616"/>
                  </a:cubicBezTo>
                  <a:cubicBezTo>
                    <a:pt x="2552" y="1081"/>
                    <a:pt x="2363" y="514"/>
                    <a:pt x="1922" y="230"/>
                  </a:cubicBezTo>
                  <a:cubicBezTo>
                    <a:pt x="1718" y="74"/>
                    <a:pt x="1477" y="0"/>
                    <a:pt x="12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9258;p75"/>
            <p:cNvSpPr/>
            <p:nvPr/>
          </p:nvSpPr>
          <p:spPr>
            <a:xfrm>
              <a:off x="-42581850" y="2853950"/>
              <a:ext cx="63025" cy="61475"/>
            </a:xfrm>
            <a:custGeom>
              <a:avLst/>
              <a:gdLst/>
              <a:ahLst/>
              <a:cxnLst/>
              <a:rect l="l" t="t" r="r" b="b"/>
              <a:pathLst>
                <a:path w="2521" h="2459" extrusionOk="0">
                  <a:moveTo>
                    <a:pt x="1269" y="860"/>
                  </a:moveTo>
                  <a:cubicBezTo>
                    <a:pt x="1493" y="860"/>
                    <a:pt x="1670" y="1049"/>
                    <a:pt x="1670" y="1260"/>
                  </a:cubicBezTo>
                  <a:cubicBezTo>
                    <a:pt x="1670" y="1481"/>
                    <a:pt x="1576" y="1638"/>
                    <a:pt x="1355" y="1670"/>
                  </a:cubicBezTo>
                  <a:cubicBezTo>
                    <a:pt x="1311" y="1683"/>
                    <a:pt x="1268" y="1689"/>
                    <a:pt x="1227" y="1689"/>
                  </a:cubicBezTo>
                  <a:cubicBezTo>
                    <a:pt x="1063" y="1689"/>
                    <a:pt x="927" y="1588"/>
                    <a:pt x="851" y="1386"/>
                  </a:cubicBezTo>
                  <a:cubicBezTo>
                    <a:pt x="788" y="1166"/>
                    <a:pt x="882" y="945"/>
                    <a:pt x="1135" y="882"/>
                  </a:cubicBezTo>
                  <a:cubicBezTo>
                    <a:pt x="1180" y="867"/>
                    <a:pt x="1225" y="860"/>
                    <a:pt x="1269" y="860"/>
                  </a:cubicBezTo>
                  <a:close/>
                  <a:moveTo>
                    <a:pt x="1261" y="0"/>
                  </a:moveTo>
                  <a:cubicBezTo>
                    <a:pt x="567" y="0"/>
                    <a:pt x="0" y="567"/>
                    <a:pt x="32" y="1229"/>
                  </a:cubicBezTo>
                  <a:cubicBezTo>
                    <a:pt x="32" y="1874"/>
                    <a:pt x="541" y="2459"/>
                    <a:pt x="1208" y="2459"/>
                  </a:cubicBezTo>
                  <a:cubicBezTo>
                    <a:pt x="1226" y="2459"/>
                    <a:pt x="1243" y="2458"/>
                    <a:pt x="1261" y="2458"/>
                  </a:cubicBezTo>
                  <a:cubicBezTo>
                    <a:pt x="1922" y="2458"/>
                    <a:pt x="2521" y="1891"/>
                    <a:pt x="2458" y="1229"/>
                  </a:cubicBezTo>
                  <a:cubicBezTo>
                    <a:pt x="2521" y="567"/>
                    <a:pt x="1954" y="0"/>
                    <a:pt x="12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" name="Google Shape;10829;p80"/>
          <p:cNvGrpSpPr/>
          <p:nvPr/>
        </p:nvGrpSpPr>
        <p:grpSpPr>
          <a:xfrm>
            <a:off x="4359655" y="1226951"/>
            <a:ext cx="426462" cy="420796"/>
            <a:chOff x="-6713450" y="2397900"/>
            <a:chExt cx="295375" cy="291450"/>
          </a:xfrm>
          <a:solidFill>
            <a:schemeClr val="tx1"/>
          </a:solidFill>
        </p:grpSpPr>
        <p:sp>
          <p:nvSpPr>
            <p:cNvPr id="74" name="Google Shape;10830;p80"/>
            <p:cNvSpPr/>
            <p:nvPr/>
          </p:nvSpPr>
          <p:spPr>
            <a:xfrm>
              <a:off x="-6628400" y="2465650"/>
              <a:ext cx="69350" cy="17350"/>
            </a:xfrm>
            <a:custGeom>
              <a:avLst/>
              <a:gdLst/>
              <a:ahLst/>
              <a:cxnLst/>
              <a:rect l="l" t="t" r="r" b="b"/>
              <a:pathLst>
                <a:path w="2774" h="694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79" y="693"/>
                  </a:cubicBezTo>
                  <a:lnTo>
                    <a:pt x="2427" y="693"/>
                  </a:lnTo>
                  <a:cubicBezTo>
                    <a:pt x="2616" y="693"/>
                    <a:pt x="2773" y="536"/>
                    <a:pt x="2773" y="347"/>
                  </a:cubicBezTo>
                  <a:cubicBezTo>
                    <a:pt x="2773" y="158"/>
                    <a:pt x="2616" y="0"/>
                    <a:pt x="2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0831;p80"/>
            <p:cNvSpPr/>
            <p:nvPr/>
          </p:nvSpPr>
          <p:spPr>
            <a:xfrm>
              <a:off x="-6713450" y="2397900"/>
              <a:ext cx="295375" cy="291450"/>
            </a:xfrm>
            <a:custGeom>
              <a:avLst/>
              <a:gdLst/>
              <a:ahLst/>
              <a:cxnLst/>
              <a:rect l="l" t="t" r="r" b="b"/>
              <a:pathLst>
                <a:path w="11815" h="11658" extrusionOk="0">
                  <a:moveTo>
                    <a:pt x="2048" y="1167"/>
                  </a:moveTo>
                  <a:lnTo>
                    <a:pt x="2048" y="2017"/>
                  </a:lnTo>
                  <a:lnTo>
                    <a:pt x="1166" y="2017"/>
                  </a:lnTo>
                  <a:lnTo>
                    <a:pt x="2048" y="1167"/>
                  </a:lnTo>
                  <a:close/>
                  <a:moveTo>
                    <a:pt x="10330" y="2773"/>
                  </a:moveTo>
                  <a:cubicBezTo>
                    <a:pt x="10507" y="2773"/>
                    <a:pt x="10680" y="2836"/>
                    <a:pt x="10806" y="2962"/>
                  </a:cubicBezTo>
                  <a:cubicBezTo>
                    <a:pt x="11058" y="3246"/>
                    <a:pt x="11058" y="3687"/>
                    <a:pt x="10775" y="3908"/>
                  </a:cubicBezTo>
                  <a:lnTo>
                    <a:pt x="10176" y="4506"/>
                  </a:lnTo>
                  <a:lnTo>
                    <a:pt x="9231" y="3561"/>
                  </a:lnTo>
                  <a:lnTo>
                    <a:pt x="9830" y="2962"/>
                  </a:lnTo>
                  <a:cubicBezTo>
                    <a:pt x="9972" y="2836"/>
                    <a:pt x="10153" y="2773"/>
                    <a:pt x="10330" y="2773"/>
                  </a:cubicBezTo>
                  <a:close/>
                  <a:moveTo>
                    <a:pt x="8727" y="4034"/>
                  </a:moveTo>
                  <a:lnTo>
                    <a:pt x="9672" y="4979"/>
                  </a:lnTo>
                  <a:cubicBezTo>
                    <a:pt x="8538" y="6207"/>
                    <a:pt x="7026" y="7688"/>
                    <a:pt x="5892" y="8854"/>
                  </a:cubicBezTo>
                  <a:lnTo>
                    <a:pt x="4915" y="7846"/>
                  </a:lnTo>
                  <a:lnTo>
                    <a:pt x="8727" y="4034"/>
                  </a:lnTo>
                  <a:close/>
                  <a:moveTo>
                    <a:pt x="4600" y="8539"/>
                  </a:moveTo>
                  <a:lnTo>
                    <a:pt x="5230" y="9169"/>
                  </a:lnTo>
                  <a:lnTo>
                    <a:pt x="4285" y="9421"/>
                  </a:lnTo>
                  <a:cubicBezTo>
                    <a:pt x="4348" y="9232"/>
                    <a:pt x="4505" y="8728"/>
                    <a:pt x="4600" y="8539"/>
                  </a:cubicBezTo>
                  <a:close/>
                  <a:moveTo>
                    <a:pt x="7908" y="694"/>
                  </a:moveTo>
                  <a:cubicBezTo>
                    <a:pt x="8097" y="694"/>
                    <a:pt x="8255" y="852"/>
                    <a:pt x="8255" y="1041"/>
                  </a:cubicBezTo>
                  <a:lnTo>
                    <a:pt x="8255" y="3592"/>
                  </a:lnTo>
                  <a:lnTo>
                    <a:pt x="7467" y="4380"/>
                  </a:lnTo>
                  <a:cubicBezTo>
                    <a:pt x="7435" y="4286"/>
                    <a:pt x="7309" y="4160"/>
                    <a:pt x="7152" y="4160"/>
                  </a:cubicBezTo>
                  <a:lnTo>
                    <a:pt x="1733" y="4160"/>
                  </a:lnTo>
                  <a:cubicBezTo>
                    <a:pt x="1512" y="4160"/>
                    <a:pt x="1386" y="4317"/>
                    <a:pt x="1386" y="4506"/>
                  </a:cubicBezTo>
                  <a:cubicBezTo>
                    <a:pt x="1386" y="4695"/>
                    <a:pt x="1512" y="4853"/>
                    <a:pt x="1733" y="4853"/>
                  </a:cubicBezTo>
                  <a:lnTo>
                    <a:pt x="6994" y="4853"/>
                  </a:lnTo>
                  <a:lnTo>
                    <a:pt x="6333" y="5546"/>
                  </a:lnTo>
                  <a:lnTo>
                    <a:pt x="1733" y="5546"/>
                  </a:lnTo>
                  <a:cubicBezTo>
                    <a:pt x="1512" y="5546"/>
                    <a:pt x="1355" y="5703"/>
                    <a:pt x="1355" y="5892"/>
                  </a:cubicBezTo>
                  <a:cubicBezTo>
                    <a:pt x="1355" y="6081"/>
                    <a:pt x="1512" y="6239"/>
                    <a:pt x="1733" y="6239"/>
                  </a:cubicBezTo>
                  <a:lnTo>
                    <a:pt x="5608" y="6239"/>
                  </a:lnTo>
                  <a:lnTo>
                    <a:pt x="4947" y="6901"/>
                  </a:lnTo>
                  <a:lnTo>
                    <a:pt x="1733" y="6901"/>
                  </a:lnTo>
                  <a:cubicBezTo>
                    <a:pt x="1512" y="6901"/>
                    <a:pt x="1355" y="7058"/>
                    <a:pt x="1355" y="7279"/>
                  </a:cubicBezTo>
                  <a:cubicBezTo>
                    <a:pt x="1355" y="7468"/>
                    <a:pt x="1512" y="7625"/>
                    <a:pt x="1733" y="7625"/>
                  </a:cubicBezTo>
                  <a:lnTo>
                    <a:pt x="4285" y="7625"/>
                  </a:lnTo>
                  <a:cubicBezTo>
                    <a:pt x="4190" y="7688"/>
                    <a:pt x="4159" y="7751"/>
                    <a:pt x="4127" y="7814"/>
                  </a:cubicBezTo>
                  <a:lnTo>
                    <a:pt x="3970" y="8287"/>
                  </a:lnTo>
                  <a:lnTo>
                    <a:pt x="1733" y="8287"/>
                  </a:lnTo>
                  <a:cubicBezTo>
                    <a:pt x="1512" y="8287"/>
                    <a:pt x="1355" y="8444"/>
                    <a:pt x="1355" y="8633"/>
                  </a:cubicBezTo>
                  <a:cubicBezTo>
                    <a:pt x="1355" y="8854"/>
                    <a:pt x="1512" y="9011"/>
                    <a:pt x="1733" y="9011"/>
                  </a:cubicBezTo>
                  <a:lnTo>
                    <a:pt x="3718" y="9011"/>
                  </a:lnTo>
                  <a:lnTo>
                    <a:pt x="3466" y="9893"/>
                  </a:lnTo>
                  <a:cubicBezTo>
                    <a:pt x="3385" y="10136"/>
                    <a:pt x="3557" y="10355"/>
                    <a:pt x="3766" y="10355"/>
                  </a:cubicBezTo>
                  <a:cubicBezTo>
                    <a:pt x="3802" y="10355"/>
                    <a:pt x="3839" y="10348"/>
                    <a:pt x="3875" y="10335"/>
                  </a:cubicBezTo>
                  <a:lnTo>
                    <a:pt x="6018" y="9704"/>
                  </a:lnTo>
                  <a:cubicBezTo>
                    <a:pt x="6049" y="9704"/>
                    <a:pt x="6144" y="9673"/>
                    <a:pt x="6175" y="9641"/>
                  </a:cubicBezTo>
                  <a:lnTo>
                    <a:pt x="8286" y="7499"/>
                  </a:lnTo>
                  <a:lnTo>
                    <a:pt x="8286" y="10681"/>
                  </a:lnTo>
                  <a:cubicBezTo>
                    <a:pt x="8255" y="10839"/>
                    <a:pt x="8097" y="10996"/>
                    <a:pt x="7908" y="10996"/>
                  </a:cubicBezTo>
                  <a:lnTo>
                    <a:pt x="1040" y="10996"/>
                  </a:lnTo>
                  <a:cubicBezTo>
                    <a:pt x="851" y="10996"/>
                    <a:pt x="693" y="10839"/>
                    <a:pt x="693" y="10650"/>
                  </a:cubicBezTo>
                  <a:lnTo>
                    <a:pt x="693" y="2742"/>
                  </a:lnTo>
                  <a:lnTo>
                    <a:pt x="2395" y="2742"/>
                  </a:lnTo>
                  <a:cubicBezTo>
                    <a:pt x="2584" y="2742"/>
                    <a:pt x="2741" y="2584"/>
                    <a:pt x="2741" y="2395"/>
                  </a:cubicBezTo>
                  <a:lnTo>
                    <a:pt x="2741" y="694"/>
                  </a:lnTo>
                  <a:close/>
                  <a:moveTo>
                    <a:pt x="2363" y="1"/>
                  </a:moveTo>
                  <a:cubicBezTo>
                    <a:pt x="2237" y="1"/>
                    <a:pt x="2143" y="64"/>
                    <a:pt x="2111" y="127"/>
                  </a:cubicBezTo>
                  <a:lnTo>
                    <a:pt x="158" y="2112"/>
                  </a:lnTo>
                  <a:cubicBezTo>
                    <a:pt x="63" y="2175"/>
                    <a:pt x="0" y="2269"/>
                    <a:pt x="0" y="2364"/>
                  </a:cubicBezTo>
                  <a:lnTo>
                    <a:pt x="0" y="10650"/>
                  </a:lnTo>
                  <a:cubicBezTo>
                    <a:pt x="0" y="11217"/>
                    <a:pt x="473" y="11658"/>
                    <a:pt x="1008" y="11658"/>
                  </a:cubicBezTo>
                  <a:lnTo>
                    <a:pt x="7908" y="11658"/>
                  </a:lnTo>
                  <a:cubicBezTo>
                    <a:pt x="8444" y="11658"/>
                    <a:pt x="8916" y="11217"/>
                    <a:pt x="8916" y="10650"/>
                  </a:cubicBezTo>
                  <a:lnTo>
                    <a:pt x="8916" y="6774"/>
                  </a:lnTo>
                  <a:lnTo>
                    <a:pt x="11279" y="4412"/>
                  </a:lnTo>
                  <a:cubicBezTo>
                    <a:pt x="11815" y="3876"/>
                    <a:pt x="11815" y="3025"/>
                    <a:pt x="11279" y="2490"/>
                  </a:cubicBezTo>
                  <a:cubicBezTo>
                    <a:pt x="11011" y="2222"/>
                    <a:pt x="10657" y="2088"/>
                    <a:pt x="10306" y="2088"/>
                  </a:cubicBezTo>
                  <a:cubicBezTo>
                    <a:pt x="9956" y="2088"/>
                    <a:pt x="9609" y="2222"/>
                    <a:pt x="9357" y="2490"/>
                  </a:cubicBezTo>
                  <a:lnTo>
                    <a:pt x="8916" y="2931"/>
                  </a:lnTo>
                  <a:lnTo>
                    <a:pt x="8916" y="1041"/>
                  </a:lnTo>
                  <a:cubicBezTo>
                    <a:pt x="8916" y="474"/>
                    <a:pt x="8444" y="1"/>
                    <a:pt x="79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9" name="Google Shape;419;p44"/>
          <p:cNvCxnSpPr>
            <a:stCxn id="420" idx="3"/>
            <a:endCxn id="421" idx="1"/>
          </p:cNvCxnSpPr>
          <p:nvPr/>
        </p:nvCxnSpPr>
        <p:spPr>
          <a:xfrm>
            <a:off x="4616991" y="1079299"/>
            <a:ext cx="30807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2" name="Google Shape;422;p44"/>
          <p:cNvSpPr txBox="1">
            <a:spLocks noGrp="1"/>
          </p:cNvSpPr>
          <p:nvPr>
            <p:ph type="title"/>
          </p:nvPr>
        </p:nvSpPr>
        <p:spPr>
          <a:xfrm>
            <a:off x="253949" y="238600"/>
            <a:ext cx="770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latin typeface="Helvetica" panose="020B0604020202020204" pitchFamily="34" charset="0"/>
                <a:cs typeface="Helvetica" panose="020B0604020202020204" pitchFamily="34" charset="0"/>
              </a:rPr>
              <a:t>Цели и задачи</a:t>
            </a:r>
            <a:endParaRPr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23" name="Google Shape;423;p44"/>
          <p:cNvSpPr txBox="1"/>
          <p:nvPr/>
        </p:nvSpPr>
        <p:spPr>
          <a:xfrm>
            <a:off x="253515" y="1205000"/>
            <a:ext cx="22026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 dirty="0" smtClean="0">
                <a:solidFill>
                  <a:schemeClr val="dk1"/>
                </a:solidFill>
                <a:latin typeface="Helvetica" panose="020B0604020202020204" pitchFamily="34" charset="0"/>
                <a:ea typeface="Figtree Black"/>
                <a:cs typeface="Helvetica" panose="020B0604020202020204" pitchFamily="34" charset="0"/>
                <a:sym typeface="Figtree Black"/>
              </a:rPr>
              <a:t>Цель работы:</a:t>
            </a:r>
            <a:endParaRPr sz="1900" dirty="0">
              <a:solidFill>
                <a:schemeClr val="dk1"/>
              </a:solidFill>
              <a:latin typeface="Helvetica" panose="020B0604020202020204" pitchFamily="34" charset="0"/>
              <a:ea typeface="Figtree Black"/>
              <a:cs typeface="Helvetica" panose="020B0604020202020204" pitchFamily="34" charset="0"/>
              <a:sym typeface="Figtree Black"/>
            </a:endParaRPr>
          </a:p>
        </p:txBody>
      </p:sp>
      <p:sp>
        <p:nvSpPr>
          <p:cNvPr id="424" name="Google Shape;424;p44"/>
          <p:cNvSpPr txBox="1"/>
          <p:nvPr/>
        </p:nvSpPr>
        <p:spPr>
          <a:xfrm>
            <a:off x="272575" y="1528722"/>
            <a:ext cx="3205179" cy="2468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ru-RU" dirty="0">
                <a:latin typeface="Helvetica" panose="020B0604020202020204" pitchFamily="34" charset="0"/>
                <a:cs typeface="Helvetica" panose="020B0604020202020204" pitchFamily="34" charset="0"/>
              </a:rPr>
              <a:t>Создать мобильное приложение, которое упростит контроль за авто через автоматизацию учёта </a:t>
            </a:r>
            <a:r>
              <a:rPr lang="ru-RU" dirty="0" smtClean="0">
                <a:latin typeface="Helvetica" panose="020B0604020202020204" pitchFamily="34" charset="0"/>
                <a:cs typeface="Helvetica" panose="020B0604020202020204" pitchFamily="34" charset="0"/>
              </a:rPr>
              <a:t>расходов, топлива, </a:t>
            </a:r>
            <a:r>
              <a:rPr lang="ru-RU" dirty="0">
                <a:latin typeface="Helvetica" panose="020B0604020202020204" pitchFamily="34" charset="0"/>
                <a:cs typeface="Helvetica" panose="020B0604020202020204" pitchFamily="34" charset="0"/>
              </a:rPr>
              <a:t>ТО и пробега, устранив недостатки аналогов (сложность, ограниченность функций).</a:t>
            </a:r>
            <a:endParaRPr sz="1200" dirty="0">
              <a:solidFill>
                <a:schemeClr val="dk1"/>
              </a:solidFill>
              <a:latin typeface="Helvetica" panose="020B0604020202020204" pitchFamily="34" charset="0"/>
              <a:ea typeface="Hanken Grotesk"/>
              <a:cs typeface="Helvetica" panose="020B0604020202020204" pitchFamily="34" charset="0"/>
              <a:sym typeface="Hanken Grotesk"/>
            </a:endParaRPr>
          </a:p>
        </p:txBody>
      </p:sp>
      <p:sp>
        <p:nvSpPr>
          <p:cNvPr id="425" name="Google Shape;425;p44"/>
          <p:cNvSpPr txBox="1"/>
          <p:nvPr/>
        </p:nvSpPr>
        <p:spPr>
          <a:xfrm>
            <a:off x="3633797" y="1819638"/>
            <a:ext cx="15525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>
              <a:lnSpc>
                <a:spcPct val="115000"/>
              </a:lnSpc>
              <a:buSzPts val="1100"/>
            </a:pPr>
            <a:r>
              <a:rPr lang="ru-RU" b="1" dirty="0">
                <a:latin typeface="Helvetica" panose="020B0604020202020204" pitchFamily="34" charset="0"/>
                <a:cs typeface="Helvetica" panose="020B0604020202020204" pitchFamily="34" charset="0"/>
              </a:rPr>
              <a:t>Разработка удобного интерфейса</a:t>
            </a:r>
            <a:endParaRPr sz="1900" dirty="0">
              <a:solidFill>
                <a:schemeClr val="dk1"/>
              </a:solidFill>
              <a:latin typeface="Helvetica" panose="020B0604020202020204" pitchFamily="34" charset="0"/>
              <a:ea typeface="Figtree Black"/>
              <a:cs typeface="Helvetica" panose="020B0604020202020204" pitchFamily="34" charset="0"/>
              <a:sym typeface="Figtree Black"/>
            </a:endParaRPr>
          </a:p>
        </p:txBody>
      </p:sp>
      <p:sp>
        <p:nvSpPr>
          <p:cNvPr id="426" name="Google Shape;426;p44"/>
          <p:cNvSpPr txBox="1"/>
          <p:nvPr/>
        </p:nvSpPr>
        <p:spPr>
          <a:xfrm>
            <a:off x="3486061" y="2571344"/>
            <a:ext cx="1786984" cy="1140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ru-RU" dirty="0">
                <a:latin typeface="Helvetica" panose="020B0604020202020204" pitchFamily="34" charset="0"/>
                <a:cs typeface="Helvetica" panose="020B0604020202020204" pitchFamily="34" charset="0"/>
              </a:rPr>
              <a:t>интуитивный дизайн для лёгкого учёта ТО, топлива и пробега.</a:t>
            </a:r>
            <a:endParaRPr sz="1200" dirty="0">
              <a:solidFill>
                <a:schemeClr val="dk1"/>
              </a:solidFill>
              <a:latin typeface="Helvetica" panose="020B0604020202020204" pitchFamily="34" charset="0"/>
              <a:ea typeface="Hanken Grotesk"/>
              <a:cs typeface="Helvetica" panose="020B0604020202020204" pitchFamily="34" charset="0"/>
              <a:sym typeface="Hanken Grotesk"/>
            </a:endParaRPr>
          </a:p>
        </p:txBody>
      </p:sp>
      <p:sp>
        <p:nvSpPr>
          <p:cNvPr id="427" name="Google Shape;427;p44"/>
          <p:cNvSpPr txBox="1"/>
          <p:nvPr/>
        </p:nvSpPr>
        <p:spPr>
          <a:xfrm>
            <a:off x="5381091" y="1824109"/>
            <a:ext cx="15525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>
              <a:lnSpc>
                <a:spcPct val="115000"/>
              </a:lnSpc>
              <a:buSzPts val="1100"/>
            </a:pPr>
            <a:r>
              <a:rPr lang="ru-RU" b="1" dirty="0">
                <a:latin typeface="Helvetica" panose="020B0604020202020204" pitchFamily="34" charset="0"/>
                <a:cs typeface="Helvetica" panose="020B0604020202020204" pitchFamily="34" charset="0"/>
              </a:rPr>
              <a:t>Реализация комплексного функционала</a:t>
            </a:r>
            <a:endParaRPr sz="1900" dirty="0">
              <a:solidFill>
                <a:schemeClr val="dk1"/>
              </a:solidFill>
              <a:latin typeface="Helvetica" panose="020B0604020202020204" pitchFamily="34" charset="0"/>
              <a:ea typeface="Figtree Black"/>
              <a:cs typeface="Helvetica" panose="020B0604020202020204" pitchFamily="34" charset="0"/>
              <a:sym typeface="Figtree Black"/>
            </a:endParaRPr>
          </a:p>
        </p:txBody>
      </p:sp>
      <p:sp>
        <p:nvSpPr>
          <p:cNvPr id="428" name="Google Shape;428;p44"/>
          <p:cNvSpPr txBox="1"/>
          <p:nvPr/>
        </p:nvSpPr>
        <p:spPr>
          <a:xfrm>
            <a:off x="5262736" y="2431722"/>
            <a:ext cx="1817563" cy="1313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ru-RU" dirty="0">
                <a:latin typeface="Helvetica" panose="020B0604020202020204" pitchFamily="34" charset="0"/>
                <a:cs typeface="Helvetica" panose="020B0604020202020204" pitchFamily="34" charset="0"/>
              </a:rPr>
              <a:t>модули аналитики, напоминаний, прикрепления фото и экспорта данных.</a:t>
            </a:r>
            <a:endParaRPr sz="1200" dirty="0">
              <a:solidFill>
                <a:schemeClr val="dk1"/>
              </a:solidFill>
              <a:latin typeface="Helvetica" panose="020B0604020202020204" pitchFamily="34" charset="0"/>
              <a:ea typeface="Hanken Grotesk"/>
              <a:cs typeface="Helvetica" panose="020B0604020202020204" pitchFamily="34" charset="0"/>
              <a:sym typeface="Hanken Grotesk"/>
            </a:endParaRPr>
          </a:p>
        </p:txBody>
      </p:sp>
      <p:sp>
        <p:nvSpPr>
          <p:cNvPr id="429" name="Google Shape;429;p44"/>
          <p:cNvSpPr txBox="1"/>
          <p:nvPr/>
        </p:nvSpPr>
        <p:spPr>
          <a:xfrm>
            <a:off x="7080299" y="1663175"/>
            <a:ext cx="15525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>
              <a:lnSpc>
                <a:spcPct val="115000"/>
              </a:lnSpc>
              <a:buSzPts val="1100"/>
            </a:pPr>
            <a:r>
              <a:rPr lang="ru-RU" b="1" dirty="0">
                <a:latin typeface="Helvetica" panose="020B0604020202020204" pitchFamily="34" charset="0"/>
                <a:cs typeface="Helvetica" panose="020B0604020202020204" pitchFamily="34" charset="0"/>
              </a:rPr>
              <a:t>Обеспечение стабильности</a:t>
            </a:r>
            <a:endParaRPr sz="1900" dirty="0">
              <a:solidFill>
                <a:schemeClr val="dk1"/>
              </a:solidFill>
              <a:latin typeface="Helvetica" panose="020B0604020202020204" pitchFamily="34" charset="0"/>
              <a:ea typeface="Figtree Black"/>
              <a:cs typeface="Helvetica" panose="020B0604020202020204" pitchFamily="34" charset="0"/>
              <a:sym typeface="Figtree Black"/>
            </a:endParaRPr>
          </a:p>
        </p:txBody>
      </p:sp>
      <p:sp>
        <p:nvSpPr>
          <p:cNvPr id="430" name="Google Shape;430;p44"/>
          <p:cNvSpPr txBox="1"/>
          <p:nvPr/>
        </p:nvSpPr>
        <p:spPr>
          <a:xfrm>
            <a:off x="6998791" y="2259772"/>
            <a:ext cx="1803596" cy="1586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ru-RU" dirty="0">
                <a:latin typeface="Helvetica" panose="020B0604020202020204" pitchFamily="34" charset="0"/>
                <a:cs typeface="Helvetica" panose="020B0604020202020204" pitchFamily="34" charset="0"/>
              </a:rPr>
              <a:t>тестирование на разных устройствах, резервное копирование и синхронизация.</a:t>
            </a:r>
            <a:endParaRPr sz="1200" dirty="0">
              <a:solidFill>
                <a:schemeClr val="dk1"/>
              </a:solidFill>
              <a:latin typeface="Helvetica" panose="020B0604020202020204" pitchFamily="34" charset="0"/>
              <a:ea typeface="Hanken Grotesk"/>
              <a:cs typeface="Helvetica" panose="020B0604020202020204" pitchFamily="34" charset="0"/>
              <a:sym typeface="Hanken Grotesk"/>
            </a:endParaRPr>
          </a:p>
        </p:txBody>
      </p:sp>
      <p:sp>
        <p:nvSpPr>
          <p:cNvPr id="431" name="Google Shape;431;p44"/>
          <p:cNvSpPr txBox="1"/>
          <p:nvPr/>
        </p:nvSpPr>
        <p:spPr>
          <a:xfrm>
            <a:off x="5410791" y="4221600"/>
            <a:ext cx="1522800" cy="4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 dirty="0" smtClean="0">
                <a:solidFill>
                  <a:schemeClr val="dk1"/>
                </a:solidFill>
                <a:latin typeface="Helvetica" panose="020B0604020202020204" pitchFamily="34" charset="0"/>
                <a:ea typeface="Figtree Black"/>
                <a:cs typeface="Helvetica" panose="020B0604020202020204" pitchFamily="34" charset="0"/>
                <a:sym typeface="Figtree Black"/>
              </a:rPr>
              <a:t>Задачи</a:t>
            </a:r>
            <a:endParaRPr sz="1900" dirty="0">
              <a:solidFill>
                <a:schemeClr val="dk1"/>
              </a:solidFill>
              <a:latin typeface="Helvetica" panose="020B0604020202020204" pitchFamily="34" charset="0"/>
              <a:ea typeface="Figtree Black"/>
              <a:cs typeface="Helvetica" panose="020B0604020202020204" pitchFamily="34" charset="0"/>
              <a:sym typeface="Figtree Black"/>
            </a:endParaRPr>
          </a:p>
        </p:txBody>
      </p:sp>
      <p:sp>
        <p:nvSpPr>
          <p:cNvPr id="420" name="Google Shape;420;p44"/>
          <p:cNvSpPr txBox="1"/>
          <p:nvPr/>
        </p:nvSpPr>
        <p:spPr>
          <a:xfrm>
            <a:off x="4251291" y="896449"/>
            <a:ext cx="3657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lt1"/>
                </a:solidFill>
                <a:latin typeface="Helvetica" panose="020B0604020202020204" pitchFamily="34" charset="0"/>
                <a:ea typeface="Figtree Black"/>
                <a:cs typeface="Helvetica" panose="020B0604020202020204" pitchFamily="34" charset="0"/>
                <a:sym typeface="Figtree Black"/>
              </a:rPr>
              <a:t>01</a:t>
            </a:r>
            <a:endParaRPr sz="1100" dirty="0">
              <a:solidFill>
                <a:schemeClr val="lt1"/>
              </a:solidFill>
              <a:latin typeface="Helvetica" panose="020B0604020202020204" pitchFamily="34" charset="0"/>
              <a:ea typeface="Figtree Black"/>
              <a:cs typeface="Helvetica" panose="020B0604020202020204" pitchFamily="34" charset="0"/>
              <a:sym typeface="Figtree Black"/>
            </a:endParaRPr>
          </a:p>
        </p:txBody>
      </p:sp>
      <p:sp>
        <p:nvSpPr>
          <p:cNvPr id="432" name="Google Shape;432;p44"/>
          <p:cNvSpPr txBox="1"/>
          <p:nvPr/>
        </p:nvSpPr>
        <p:spPr>
          <a:xfrm>
            <a:off x="5964069" y="896449"/>
            <a:ext cx="3657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lt1"/>
                </a:solidFill>
                <a:latin typeface="Helvetica" panose="020B0604020202020204" pitchFamily="34" charset="0"/>
                <a:ea typeface="Figtree Black"/>
                <a:cs typeface="Helvetica" panose="020B0604020202020204" pitchFamily="34" charset="0"/>
                <a:sym typeface="Figtree Black"/>
              </a:rPr>
              <a:t>02</a:t>
            </a:r>
            <a:endParaRPr sz="1100" dirty="0">
              <a:solidFill>
                <a:schemeClr val="lt1"/>
              </a:solidFill>
              <a:latin typeface="Helvetica" panose="020B0604020202020204" pitchFamily="34" charset="0"/>
              <a:ea typeface="Figtree Black"/>
              <a:cs typeface="Helvetica" panose="020B0604020202020204" pitchFamily="34" charset="0"/>
              <a:sym typeface="Figtree Black"/>
            </a:endParaRPr>
          </a:p>
        </p:txBody>
      </p:sp>
      <p:sp>
        <p:nvSpPr>
          <p:cNvPr id="421" name="Google Shape;421;p44"/>
          <p:cNvSpPr txBox="1"/>
          <p:nvPr/>
        </p:nvSpPr>
        <p:spPr>
          <a:xfrm>
            <a:off x="7697804" y="896449"/>
            <a:ext cx="3657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Helvetica" panose="020B0604020202020204" pitchFamily="34" charset="0"/>
                <a:ea typeface="Figtree Black"/>
                <a:cs typeface="Helvetica" panose="020B0604020202020204" pitchFamily="34" charset="0"/>
                <a:sym typeface="Figtree Black"/>
              </a:rPr>
              <a:t>03</a:t>
            </a:r>
            <a:endParaRPr sz="1100">
              <a:solidFill>
                <a:schemeClr val="lt1"/>
              </a:solidFill>
              <a:latin typeface="Helvetica" panose="020B0604020202020204" pitchFamily="34" charset="0"/>
              <a:ea typeface="Figtree Black"/>
              <a:cs typeface="Helvetica" panose="020B0604020202020204" pitchFamily="34" charset="0"/>
              <a:sym typeface="Figtree Black"/>
            </a:endParaRPr>
          </a:p>
        </p:txBody>
      </p:sp>
      <p:grpSp>
        <p:nvGrpSpPr>
          <p:cNvPr id="433" name="Google Shape;433;p44"/>
          <p:cNvGrpSpPr/>
          <p:nvPr/>
        </p:nvGrpSpPr>
        <p:grpSpPr>
          <a:xfrm>
            <a:off x="5960582" y="399137"/>
            <a:ext cx="372675" cy="345000"/>
            <a:chOff x="3221113" y="2520150"/>
            <a:chExt cx="372675" cy="345000"/>
          </a:xfrm>
        </p:grpSpPr>
        <p:sp>
          <p:nvSpPr>
            <p:cNvPr id="434" name="Google Shape;434;p44"/>
            <p:cNvSpPr/>
            <p:nvPr/>
          </p:nvSpPr>
          <p:spPr>
            <a:xfrm>
              <a:off x="3554288" y="2774400"/>
              <a:ext cx="14875" cy="43850"/>
            </a:xfrm>
            <a:custGeom>
              <a:avLst/>
              <a:gdLst/>
              <a:ahLst/>
              <a:cxnLst/>
              <a:rect l="l" t="t" r="r" b="b"/>
              <a:pathLst>
                <a:path w="595" h="1754" extrusionOk="0">
                  <a:moveTo>
                    <a:pt x="0" y="0"/>
                  </a:moveTo>
                  <a:lnTo>
                    <a:pt x="0" y="1753"/>
                  </a:lnTo>
                  <a:lnTo>
                    <a:pt x="595" y="1753"/>
                  </a:lnTo>
                  <a:lnTo>
                    <a:pt x="595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435" name="Google Shape;435;p44"/>
            <p:cNvSpPr/>
            <p:nvPr/>
          </p:nvSpPr>
          <p:spPr>
            <a:xfrm>
              <a:off x="3295938" y="2550150"/>
              <a:ext cx="87425" cy="151750"/>
            </a:xfrm>
            <a:custGeom>
              <a:avLst/>
              <a:gdLst/>
              <a:ahLst/>
              <a:cxnLst/>
              <a:rect l="l" t="t" r="r" b="b"/>
              <a:pathLst>
                <a:path w="3497" h="6070" extrusionOk="0">
                  <a:moveTo>
                    <a:pt x="2174" y="0"/>
                  </a:moveTo>
                  <a:lnTo>
                    <a:pt x="1662" y="298"/>
                  </a:lnTo>
                  <a:lnTo>
                    <a:pt x="2266" y="1282"/>
                  </a:lnTo>
                  <a:cubicBezTo>
                    <a:pt x="2389" y="1456"/>
                    <a:pt x="2389" y="1671"/>
                    <a:pt x="2266" y="1835"/>
                  </a:cubicBezTo>
                  <a:lnTo>
                    <a:pt x="2266" y="1876"/>
                  </a:lnTo>
                  <a:cubicBezTo>
                    <a:pt x="1959" y="2348"/>
                    <a:pt x="2092" y="2953"/>
                    <a:pt x="2523" y="3332"/>
                  </a:cubicBezTo>
                  <a:lnTo>
                    <a:pt x="2646" y="3414"/>
                  </a:lnTo>
                  <a:cubicBezTo>
                    <a:pt x="2820" y="3547"/>
                    <a:pt x="2902" y="3763"/>
                    <a:pt x="2861" y="3927"/>
                  </a:cubicBezTo>
                  <a:lnTo>
                    <a:pt x="2820" y="4101"/>
                  </a:lnTo>
                  <a:cubicBezTo>
                    <a:pt x="2779" y="4357"/>
                    <a:pt x="2564" y="4531"/>
                    <a:pt x="2307" y="4531"/>
                  </a:cubicBezTo>
                  <a:lnTo>
                    <a:pt x="1580" y="4531"/>
                  </a:lnTo>
                  <a:cubicBezTo>
                    <a:pt x="1282" y="4531"/>
                    <a:pt x="1026" y="4654"/>
                    <a:pt x="811" y="4870"/>
                  </a:cubicBezTo>
                  <a:lnTo>
                    <a:pt x="1" y="5639"/>
                  </a:lnTo>
                  <a:lnTo>
                    <a:pt x="421" y="6069"/>
                  </a:lnTo>
                  <a:lnTo>
                    <a:pt x="1241" y="5259"/>
                  </a:lnTo>
                  <a:cubicBezTo>
                    <a:pt x="1323" y="5167"/>
                    <a:pt x="1446" y="5126"/>
                    <a:pt x="1580" y="5126"/>
                  </a:cubicBezTo>
                  <a:lnTo>
                    <a:pt x="2307" y="5126"/>
                  </a:lnTo>
                  <a:cubicBezTo>
                    <a:pt x="2861" y="5126"/>
                    <a:pt x="3333" y="4747"/>
                    <a:pt x="3415" y="4183"/>
                  </a:cubicBezTo>
                  <a:lnTo>
                    <a:pt x="3456" y="4019"/>
                  </a:lnTo>
                  <a:cubicBezTo>
                    <a:pt x="3497" y="3629"/>
                    <a:pt x="3333" y="3250"/>
                    <a:pt x="3035" y="2994"/>
                  </a:cubicBezTo>
                  <a:lnTo>
                    <a:pt x="2861" y="2860"/>
                  </a:lnTo>
                  <a:cubicBezTo>
                    <a:pt x="2687" y="2696"/>
                    <a:pt x="2605" y="2389"/>
                    <a:pt x="2779" y="2184"/>
                  </a:cubicBezTo>
                  <a:lnTo>
                    <a:pt x="2779" y="2133"/>
                  </a:lnTo>
                  <a:cubicBezTo>
                    <a:pt x="2984" y="1753"/>
                    <a:pt x="2984" y="1323"/>
                    <a:pt x="2779" y="943"/>
                  </a:cubicBezTo>
                  <a:lnTo>
                    <a:pt x="2174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436" name="Google Shape;436;p44"/>
            <p:cNvSpPr/>
            <p:nvPr/>
          </p:nvSpPr>
          <p:spPr>
            <a:xfrm>
              <a:off x="3420763" y="2565000"/>
              <a:ext cx="88700" cy="178400"/>
            </a:xfrm>
            <a:custGeom>
              <a:avLst/>
              <a:gdLst/>
              <a:ahLst/>
              <a:cxnLst/>
              <a:rect l="l" t="t" r="r" b="b"/>
              <a:pathLst>
                <a:path w="3548" h="7136" extrusionOk="0">
                  <a:moveTo>
                    <a:pt x="0" y="1"/>
                  </a:moveTo>
                  <a:lnTo>
                    <a:pt x="0" y="606"/>
                  </a:lnTo>
                  <a:cubicBezTo>
                    <a:pt x="1630" y="606"/>
                    <a:pt x="2953" y="1928"/>
                    <a:pt x="2953" y="3589"/>
                  </a:cubicBezTo>
                  <a:cubicBezTo>
                    <a:pt x="2953" y="5219"/>
                    <a:pt x="1630" y="6582"/>
                    <a:pt x="0" y="6582"/>
                  </a:cubicBezTo>
                  <a:lnTo>
                    <a:pt x="0" y="7136"/>
                  </a:lnTo>
                  <a:cubicBezTo>
                    <a:pt x="1969" y="7136"/>
                    <a:pt x="3547" y="5557"/>
                    <a:pt x="3547" y="3589"/>
                  </a:cubicBezTo>
                  <a:cubicBezTo>
                    <a:pt x="3547" y="1631"/>
                    <a:pt x="1969" y="1"/>
                    <a:pt x="0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437" name="Google Shape;437;p44"/>
            <p:cNvSpPr/>
            <p:nvPr/>
          </p:nvSpPr>
          <p:spPr>
            <a:xfrm>
              <a:off x="3221113" y="2520150"/>
              <a:ext cx="372675" cy="345000"/>
            </a:xfrm>
            <a:custGeom>
              <a:avLst/>
              <a:gdLst/>
              <a:ahLst/>
              <a:cxnLst/>
              <a:rect l="l" t="t" r="r" b="b"/>
              <a:pathLst>
                <a:path w="14907" h="13800" extrusionOk="0">
                  <a:moveTo>
                    <a:pt x="8243" y="4194"/>
                  </a:moveTo>
                  <a:cubicBezTo>
                    <a:pt x="8796" y="4317"/>
                    <a:pt x="9186" y="4788"/>
                    <a:pt x="9186" y="5383"/>
                  </a:cubicBezTo>
                  <a:cubicBezTo>
                    <a:pt x="9186" y="5947"/>
                    <a:pt x="8796" y="6459"/>
                    <a:pt x="8243" y="6582"/>
                  </a:cubicBezTo>
                  <a:lnTo>
                    <a:pt x="8243" y="4194"/>
                  </a:lnTo>
                  <a:close/>
                  <a:moveTo>
                    <a:pt x="7689" y="606"/>
                  </a:moveTo>
                  <a:lnTo>
                    <a:pt x="7689" y="8376"/>
                  </a:lnTo>
                  <a:lnTo>
                    <a:pt x="4275" y="8376"/>
                  </a:lnTo>
                  <a:cubicBezTo>
                    <a:pt x="3588" y="7525"/>
                    <a:pt x="3209" y="6459"/>
                    <a:pt x="3209" y="5383"/>
                  </a:cubicBezTo>
                  <a:cubicBezTo>
                    <a:pt x="3209" y="2871"/>
                    <a:pt x="5167" y="770"/>
                    <a:pt x="7689" y="606"/>
                  </a:cubicBezTo>
                  <a:close/>
                  <a:moveTo>
                    <a:pt x="8243" y="606"/>
                  </a:moveTo>
                  <a:cubicBezTo>
                    <a:pt x="10764" y="770"/>
                    <a:pt x="12733" y="2871"/>
                    <a:pt x="12733" y="5383"/>
                  </a:cubicBezTo>
                  <a:cubicBezTo>
                    <a:pt x="12733" y="6459"/>
                    <a:pt x="12343" y="7525"/>
                    <a:pt x="11667" y="8376"/>
                  </a:cubicBezTo>
                  <a:lnTo>
                    <a:pt x="8243" y="8376"/>
                  </a:lnTo>
                  <a:lnTo>
                    <a:pt x="8243" y="7177"/>
                  </a:lnTo>
                  <a:cubicBezTo>
                    <a:pt x="9145" y="7054"/>
                    <a:pt x="9780" y="6285"/>
                    <a:pt x="9780" y="5383"/>
                  </a:cubicBezTo>
                  <a:cubicBezTo>
                    <a:pt x="9780" y="4491"/>
                    <a:pt x="9145" y="3722"/>
                    <a:pt x="8243" y="3589"/>
                  </a:cubicBezTo>
                  <a:lnTo>
                    <a:pt x="8243" y="606"/>
                  </a:lnTo>
                  <a:close/>
                  <a:moveTo>
                    <a:pt x="13799" y="8930"/>
                  </a:moveTo>
                  <a:cubicBezTo>
                    <a:pt x="14014" y="8930"/>
                    <a:pt x="14229" y="9145"/>
                    <a:pt x="14270" y="9360"/>
                  </a:cubicBezTo>
                  <a:cubicBezTo>
                    <a:pt x="14311" y="9658"/>
                    <a:pt x="14055" y="9914"/>
                    <a:pt x="13799" y="9914"/>
                  </a:cubicBezTo>
                  <a:lnTo>
                    <a:pt x="3845" y="9914"/>
                  </a:lnTo>
                  <a:cubicBezTo>
                    <a:pt x="3158" y="9914"/>
                    <a:pt x="2604" y="10468"/>
                    <a:pt x="2645" y="11113"/>
                  </a:cubicBezTo>
                  <a:cubicBezTo>
                    <a:pt x="2697" y="11749"/>
                    <a:pt x="3209" y="12221"/>
                    <a:pt x="3804" y="12221"/>
                  </a:cubicBezTo>
                  <a:lnTo>
                    <a:pt x="13799" y="12221"/>
                  </a:lnTo>
                  <a:cubicBezTo>
                    <a:pt x="14055" y="12221"/>
                    <a:pt x="14270" y="12436"/>
                    <a:pt x="14270" y="12692"/>
                  </a:cubicBezTo>
                  <a:lnTo>
                    <a:pt x="14270" y="13072"/>
                  </a:lnTo>
                  <a:cubicBezTo>
                    <a:pt x="14270" y="13164"/>
                    <a:pt x="14229" y="13205"/>
                    <a:pt x="14137" y="13205"/>
                  </a:cubicBezTo>
                  <a:lnTo>
                    <a:pt x="2994" y="13205"/>
                  </a:lnTo>
                  <a:cubicBezTo>
                    <a:pt x="2861" y="13205"/>
                    <a:pt x="2738" y="13164"/>
                    <a:pt x="2645" y="13072"/>
                  </a:cubicBezTo>
                  <a:cubicBezTo>
                    <a:pt x="687" y="11237"/>
                    <a:pt x="1969" y="8930"/>
                    <a:pt x="3804" y="8930"/>
                  </a:cubicBezTo>
                  <a:close/>
                  <a:moveTo>
                    <a:pt x="7945" y="1"/>
                  </a:moveTo>
                  <a:cubicBezTo>
                    <a:pt x="5003" y="1"/>
                    <a:pt x="2604" y="2441"/>
                    <a:pt x="2604" y="5383"/>
                  </a:cubicBezTo>
                  <a:cubicBezTo>
                    <a:pt x="2604" y="6459"/>
                    <a:pt x="2953" y="7484"/>
                    <a:pt x="3547" y="8376"/>
                  </a:cubicBezTo>
                  <a:cubicBezTo>
                    <a:pt x="1415" y="8592"/>
                    <a:pt x="0" y="11237"/>
                    <a:pt x="2133" y="13461"/>
                  </a:cubicBezTo>
                  <a:cubicBezTo>
                    <a:pt x="2307" y="13635"/>
                    <a:pt x="2697" y="13799"/>
                    <a:pt x="2953" y="13799"/>
                  </a:cubicBezTo>
                  <a:lnTo>
                    <a:pt x="14434" y="13799"/>
                  </a:lnTo>
                  <a:cubicBezTo>
                    <a:pt x="14650" y="13799"/>
                    <a:pt x="14865" y="13584"/>
                    <a:pt x="14865" y="13379"/>
                  </a:cubicBezTo>
                  <a:lnTo>
                    <a:pt x="14865" y="12221"/>
                  </a:lnTo>
                  <a:cubicBezTo>
                    <a:pt x="14865" y="11923"/>
                    <a:pt x="14568" y="11626"/>
                    <a:pt x="14270" y="11626"/>
                  </a:cubicBezTo>
                  <a:lnTo>
                    <a:pt x="3670" y="11626"/>
                  </a:lnTo>
                  <a:cubicBezTo>
                    <a:pt x="3588" y="11626"/>
                    <a:pt x="3506" y="11626"/>
                    <a:pt x="3465" y="11534"/>
                  </a:cubicBezTo>
                  <a:cubicBezTo>
                    <a:pt x="3035" y="11072"/>
                    <a:pt x="3373" y="10468"/>
                    <a:pt x="3845" y="10468"/>
                  </a:cubicBezTo>
                  <a:lnTo>
                    <a:pt x="13758" y="10468"/>
                  </a:lnTo>
                  <a:cubicBezTo>
                    <a:pt x="14311" y="10468"/>
                    <a:pt x="14783" y="10088"/>
                    <a:pt x="14865" y="9535"/>
                  </a:cubicBezTo>
                  <a:cubicBezTo>
                    <a:pt x="14906" y="8889"/>
                    <a:pt x="14393" y="8376"/>
                    <a:pt x="13799" y="8376"/>
                  </a:cubicBezTo>
                  <a:lnTo>
                    <a:pt x="12435" y="8376"/>
                  </a:lnTo>
                  <a:cubicBezTo>
                    <a:pt x="12989" y="7484"/>
                    <a:pt x="13327" y="6459"/>
                    <a:pt x="13327" y="5383"/>
                  </a:cubicBezTo>
                  <a:cubicBezTo>
                    <a:pt x="13327" y="2441"/>
                    <a:pt x="10939" y="1"/>
                    <a:pt x="7945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grpSp>
        <p:nvGrpSpPr>
          <p:cNvPr id="438" name="Google Shape;438;p44"/>
          <p:cNvGrpSpPr/>
          <p:nvPr/>
        </p:nvGrpSpPr>
        <p:grpSpPr>
          <a:xfrm>
            <a:off x="4262153" y="399774"/>
            <a:ext cx="343975" cy="343725"/>
            <a:chOff x="4744988" y="1976825"/>
            <a:chExt cx="343975" cy="343725"/>
          </a:xfrm>
        </p:grpSpPr>
        <p:sp>
          <p:nvSpPr>
            <p:cNvPr id="439" name="Google Shape;439;p44"/>
            <p:cNvSpPr/>
            <p:nvPr/>
          </p:nvSpPr>
          <p:spPr>
            <a:xfrm>
              <a:off x="4788813" y="2020400"/>
              <a:ext cx="47950" cy="59125"/>
            </a:xfrm>
            <a:custGeom>
              <a:avLst/>
              <a:gdLst/>
              <a:ahLst/>
              <a:cxnLst/>
              <a:rect l="l" t="t" r="r" b="b"/>
              <a:pathLst>
                <a:path w="1918" h="2365" extrusionOk="0">
                  <a:moveTo>
                    <a:pt x="298" y="1"/>
                  </a:moveTo>
                  <a:cubicBezTo>
                    <a:pt x="165" y="1"/>
                    <a:pt x="42" y="134"/>
                    <a:pt x="1" y="257"/>
                  </a:cubicBezTo>
                  <a:cubicBezTo>
                    <a:pt x="1" y="431"/>
                    <a:pt x="124" y="605"/>
                    <a:pt x="298" y="605"/>
                  </a:cubicBezTo>
                  <a:lnTo>
                    <a:pt x="677" y="605"/>
                  </a:lnTo>
                  <a:lnTo>
                    <a:pt x="677" y="2051"/>
                  </a:lnTo>
                  <a:cubicBezTo>
                    <a:pt x="677" y="2184"/>
                    <a:pt x="770" y="2307"/>
                    <a:pt x="893" y="2358"/>
                  </a:cubicBezTo>
                  <a:cubicBezTo>
                    <a:pt x="914" y="2363"/>
                    <a:pt x="935" y="2365"/>
                    <a:pt x="955" y="2365"/>
                  </a:cubicBezTo>
                  <a:cubicBezTo>
                    <a:pt x="1133" y="2365"/>
                    <a:pt x="1241" y="2208"/>
                    <a:pt x="1241" y="2051"/>
                  </a:cubicBezTo>
                  <a:lnTo>
                    <a:pt x="1241" y="605"/>
                  </a:lnTo>
                  <a:lnTo>
                    <a:pt x="1620" y="605"/>
                  </a:lnTo>
                  <a:cubicBezTo>
                    <a:pt x="1754" y="605"/>
                    <a:pt x="1877" y="513"/>
                    <a:pt x="1918" y="349"/>
                  </a:cubicBezTo>
                  <a:cubicBezTo>
                    <a:pt x="1918" y="175"/>
                    <a:pt x="1795" y="1"/>
                    <a:pt x="1620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440" name="Google Shape;440;p44"/>
            <p:cNvSpPr/>
            <p:nvPr/>
          </p:nvSpPr>
          <p:spPr>
            <a:xfrm>
              <a:off x="4744988" y="1976825"/>
              <a:ext cx="343975" cy="343725"/>
            </a:xfrm>
            <a:custGeom>
              <a:avLst/>
              <a:gdLst/>
              <a:ahLst/>
              <a:cxnLst/>
              <a:rect l="l" t="t" r="r" b="b"/>
              <a:pathLst>
                <a:path w="13759" h="13749" extrusionOk="0">
                  <a:moveTo>
                    <a:pt x="6582" y="595"/>
                  </a:moveTo>
                  <a:lnTo>
                    <a:pt x="6582" y="8756"/>
                  </a:lnTo>
                  <a:lnTo>
                    <a:pt x="595" y="8756"/>
                  </a:lnTo>
                  <a:lnTo>
                    <a:pt x="595" y="1108"/>
                  </a:lnTo>
                  <a:cubicBezTo>
                    <a:pt x="595" y="811"/>
                    <a:pt x="811" y="595"/>
                    <a:pt x="1108" y="595"/>
                  </a:cubicBezTo>
                  <a:close/>
                  <a:moveTo>
                    <a:pt x="12641" y="595"/>
                  </a:moveTo>
                  <a:cubicBezTo>
                    <a:pt x="12938" y="595"/>
                    <a:pt x="13153" y="811"/>
                    <a:pt x="13153" y="1108"/>
                  </a:cubicBezTo>
                  <a:lnTo>
                    <a:pt x="13153" y="8756"/>
                  </a:lnTo>
                  <a:lnTo>
                    <a:pt x="7177" y="8756"/>
                  </a:lnTo>
                  <a:lnTo>
                    <a:pt x="7177" y="595"/>
                  </a:lnTo>
                  <a:close/>
                  <a:moveTo>
                    <a:pt x="13153" y="9350"/>
                  </a:moveTo>
                  <a:lnTo>
                    <a:pt x="13153" y="10201"/>
                  </a:lnTo>
                  <a:cubicBezTo>
                    <a:pt x="13153" y="10509"/>
                    <a:pt x="12938" y="10714"/>
                    <a:pt x="12641" y="10714"/>
                  </a:cubicBezTo>
                  <a:lnTo>
                    <a:pt x="1108" y="10714"/>
                  </a:lnTo>
                  <a:cubicBezTo>
                    <a:pt x="811" y="10714"/>
                    <a:pt x="595" y="10509"/>
                    <a:pt x="595" y="10201"/>
                  </a:cubicBezTo>
                  <a:lnTo>
                    <a:pt x="595" y="9350"/>
                  </a:lnTo>
                  <a:close/>
                  <a:moveTo>
                    <a:pt x="8120" y="11318"/>
                  </a:moveTo>
                  <a:cubicBezTo>
                    <a:pt x="8161" y="11954"/>
                    <a:pt x="8325" y="12600"/>
                    <a:pt x="8581" y="13194"/>
                  </a:cubicBezTo>
                  <a:lnTo>
                    <a:pt x="5167" y="13194"/>
                  </a:lnTo>
                  <a:cubicBezTo>
                    <a:pt x="5424" y="12600"/>
                    <a:pt x="5598" y="11954"/>
                    <a:pt x="5639" y="11318"/>
                  </a:cubicBezTo>
                  <a:close/>
                  <a:moveTo>
                    <a:pt x="1108" y="1"/>
                  </a:moveTo>
                  <a:cubicBezTo>
                    <a:pt x="472" y="1"/>
                    <a:pt x="1" y="462"/>
                    <a:pt x="1" y="1108"/>
                  </a:cubicBezTo>
                  <a:lnTo>
                    <a:pt x="1" y="10252"/>
                  </a:lnTo>
                  <a:cubicBezTo>
                    <a:pt x="1" y="10847"/>
                    <a:pt x="472" y="11318"/>
                    <a:pt x="1108" y="11318"/>
                  </a:cubicBezTo>
                  <a:lnTo>
                    <a:pt x="4993" y="11318"/>
                  </a:lnTo>
                  <a:cubicBezTo>
                    <a:pt x="4952" y="11954"/>
                    <a:pt x="4788" y="12600"/>
                    <a:pt x="4481" y="13153"/>
                  </a:cubicBezTo>
                  <a:lnTo>
                    <a:pt x="3589" y="13153"/>
                  </a:lnTo>
                  <a:cubicBezTo>
                    <a:pt x="3455" y="13153"/>
                    <a:pt x="3332" y="13276"/>
                    <a:pt x="3291" y="13410"/>
                  </a:cubicBezTo>
                  <a:cubicBezTo>
                    <a:pt x="3291" y="13584"/>
                    <a:pt x="3414" y="13748"/>
                    <a:pt x="3589" y="13748"/>
                  </a:cubicBezTo>
                  <a:lnTo>
                    <a:pt x="10170" y="13748"/>
                  </a:lnTo>
                  <a:cubicBezTo>
                    <a:pt x="10293" y="13748"/>
                    <a:pt x="10427" y="13666"/>
                    <a:pt x="10468" y="13492"/>
                  </a:cubicBezTo>
                  <a:cubicBezTo>
                    <a:pt x="10468" y="13328"/>
                    <a:pt x="10334" y="13153"/>
                    <a:pt x="10170" y="13153"/>
                  </a:cubicBezTo>
                  <a:lnTo>
                    <a:pt x="9227" y="13153"/>
                  </a:lnTo>
                  <a:cubicBezTo>
                    <a:pt x="8930" y="12600"/>
                    <a:pt x="8756" y="11954"/>
                    <a:pt x="8715" y="11318"/>
                  </a:cubicBezTo>
                  <a:lnTo>
                    <a:pt x="12641" y="11318"/>
                  </a:lnTo>
                  <a:cubicBezTo>
                    <a:pt x="13287" y="11318"/>
                    <a:pt x="13758" y="10847"/>
                    <a:pt x="13758" y="10252"/>
                  </a:cubicBezTo>
                  <a:lnTo>
                    <a:pt x="13758" y="1108"/>
                  </a:lnTo>
                  <a:cubicBezTo>
                    <a:pt x="13758" y="462"/>
                    <a:pt x="13287" y="1"/>
                    <a:pt x="12641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441" name="Google Shape;441;p44"/>
            <p:cNvSpPr/>
            <p:nvPr/>
          </p:nvSpPr>
          <p:spPr>
            <a:xfrm>
              <a:off x="4843163" y="2064225"/>
              <a:ext cx="38450" cy="15150"/>
            </a:xfrm>
            <a:custGeom>
              <a:avLst/>
              <a:gdLst/>
              <a:ahLst/>
              <a:cxnLst/>
              <a:rect l="l" t="t" r="r" b="b"/>
              <a:pathLst>
                <a:path w="1538" h="606" extrusionOk="0">
                  <a:moveTo>
                    <a:pt x="349" y="1"/>
                  </a:moveTo>
                  <a:cubicBezTo>
                    <a:pt x="133" y="1"/>
                    <a:pt x="0" y="175"/>
                    <a:pt x="41" y="349"/>
                  </a:cubicBezTo>
                  <a:cubicBezTo>
                    <a:pt x="41" y="513"/>
                    <a:pt x="174" y="605"/>
                    <a:pt x="349" y="605"/>
                  </a:cubicBezTo>
                  <a:lnTo>
                    <a:pt x="1199" y="605"/>
                  </a:lnTo>
                  <a:cubicBezTo>
                    <a:pt x="1374" y="605"/>
                    <a:pt x="1538" y="431"/>
                    <a:pt x="1497" y="257"/>
                  </a:cubicBezTo>
                  <a:cubicBezTo>
                    <a:pt x="1456" y="134"/>
                    <a:pt x="1323" y="1"/>
                    <a:pt x="1199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442" name="Google Shape;442;p44"/>
            <p:cNvSpPr/>
            <p:nvPr/>
          </p:nvSpPr>
          <p:spPr>
            <a:xfrm>
              <a:off x="4788813" y="2108050"/>
              <a:ext cx="92800" cy="14900"/>
            </a:xfrm>
            <a:custGeom>
              <a:avLst/>
              <a:gdLst/>
              <a:ahLst/>
              <a:cxnLst/>
              <a:rect l="l" t="t" r="r" b="b"/>
              <a:pathLst>
                <a:path w="3712" h="596" extrusionOk="0">
                  <a:moveTo>
                    <a:pt x="298" y="1"/>
                  </a:moveTo>
                  <a:cubicBezTo>
                    <a:pt x="124" y="1"/>
                    <a:pt x="1" y="175"/>
                    <a:pt x="42" y="339"/>
                  </a:cubicBezTo>
                  <a:cubicBezTo>
                    <a:pt x="42" y="513"/>
                    <a:pt x="165" y="595"/>
                    <a:pt x="339" y="595"/>
                  </a:cubicBezTo>
                  <a:lnTo>
                    <a:pt x="3373" y="595"/>
                  </a:lnTo>
                  <a:cubicBezTo>
                    <a:pt x="3548" y="595"/>
                    <a:pt x="3712" y="431"/>
                    <a:pt x="3671" y="257"/>
                  </a:cubicBezTo>
                  <a:cubicBezTo>
                    <a:pt x="3630" y="134"/>
                    <a:pt x="3497" y="1"/>
                    <a:pt x="3373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443" name="Google Shape;443;p44"/>
            <p:cNvSpPr/>
            <p:nvPr/>
          </p:nvSpPr>
          <p:spPr>
            <a:xfrm>
              <a:off x="4788813" y="2151875"/>
              <a:ext cx="92800" cy="14900"/>
            </a:xfrm>
            <a:custGeom>
              <a:avLst/>
              <a:gdLst/>
              <a:ahLst/>
              <a:cxnLst/>
              <a:rect l="l" t="t" r="r" b="b"/>
              <a:pathLst>
                <a:path w="3712" h="596" extrusionOk="0">
                  <a:moveTo>
                    <a:pt x="298" y="1"/>
                  </a:moveTo>
                  <a:cubicBezTo>
                    <a:pt x="124" y="1"/>
                    <a:pt x="1" y="175"/>
                    <a:pt x="42" y="339"/>
                  </a:cubicBezTo>
                  <a:cubicBezTo>
                    <a:pt x="42" y="472"/>
                    <a:pt x="165" y="595"/>
                    <a:pt x="339" y="595"/>
                  </a:cubicBezTo>
                  <a:lnTo>
                    <a:pt x="3373" y="595"/>
                  </a:lnTo>
                  <a:cubicBezTo>
                    <a:pt x="3548" y="595"/>
                    <a:pt x="3712" y="431"/>
                    <a:pt x="3671" y="257"/>
                  </a:cubicBezTo>
                  <a:cubicBezTo>
                    <a:pt x="3630" y="83"/>
                    <a:pt x="3497" y="1"/>
                    <a:pt x="3373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444" name="Google Shape;444;p44"/>
            <p:cNvSpPr/>
            <p:nvPr/>
          </p:nvSpPr>
          <p:spPr>
            <a:xfrm>
              <a:off x="4953088" y="2108050"/>
              <a:ext cx="92050" cy="14900"/>
            </a:xfrm>
            <a:custGeom>
              <a:avLst/>
              <a:gdLst/>
              <a:ahLst/>
              <a:cxnLst/>
              <a:rect l="l" t="t" r="r" b="b"/>
              <a:pathLst>
                <a:path w="3682" h="596" extrusionOk="0">
                  <a:moveTo>
                    <a:pt x="308" y="1"/>
                  </a:moveTo>
                  <a:cubicBezTo>
                    <a:pt x="134" y="1"/>
                    <a:pt x="1" y="175"/>
                    <a:pt x="1" y="339"/>
                  </a:cubicBezTo>
                  <a:cubicBezTo>
                    <a:pt x="52" y="513"/>
                    <a:pt x="175" y="595"/>
                    <a:pt x="308" y="595"/>
                  </a:cubicBezTo>
                  <a:lnTo>
                    <a:pt x="3384" y="595"/>
                  </a:lnTo>
                  <a:cubicBezTo>
                    <a:pt x="3548" y="595"/>
                    <a:pt x="3681" y="431"/>
                    <a:pt x="3681" y="257"/>
                  </a:cubicBezTo>
                  <a:cubicBezTo>
                    <a:pt x="3640" y="134"/>
                    <a:pt x="3507" y="1"/>
                    <a:pt x="3384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445" name="Google Shape;445;p44"/>
            <p:cNvSpPr/>
            <p:nvPr/>
          </p:nvSpPr>
          <p:spPr>
            <a:xfrm>
              <a:off x="4953088" y="2064225"/>
              <a:ext cx="92050" cy="15150"/>
            </a:xfrm>
            <a:custGeom>
              <a:avLst/>
              <a:gdLst/>
              <a:ahLst/>
              <a:cxnLst/>
              <a:rect l="l" t="t" r="r" b="b"/>
              <a:pathLst>
                <a:path w="3682" h="606" extrusionOk="0">
                  <a:moveTo>
                    <a:pt x="308" y="1"/>
                  </a:moveTo>
                  <a:cubicBezTo>
                    <a:pt x="134" y="1"/>
                    <a:pt x="1" y="175"/>
                    <a:pt x="1" y="349"/>
                  </a:cubicBezTo>
                  <a:cubicBezTo>
                    <a:pt x="52" y="513"/>
                    <a:pt x="175" y="605"/>
                    <a:pt x="308" y="605"/>
                  </a:cubicBezTo>
                  <a:lnTo>
                    <a:pt x="3384" y="605"/>
                  </a:lnTo>
                  <a:cubicBezTo>
                    <a:pt x="3548" y="605"/>
                    <a:pt x="3681" y="431"/>
                    <a:pt x="3681" y="257"/>
                  </a:cubicBezTo>
                  <a:cubicBezTo>
                    <a:pt x="3640" y="134"/>
                    <a:pt x="3507" y="1"/>
                    <a:pt x="3384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446" name="Google Shape;446;p44"/>
            <p:cNvSpPr/>
            <p:nvPr/>
          </p:nvSpPr>
          <p:spPr>
            <a:xfrm>
              <a:off x="4953088" y="2020400"/>
              <a:ext cx="92050" cy="15150"/>
            </a:xfrm>
            <a:custGeom>
              <a:avLst/>
              <a:gdLst/>
              <a:ahLst/>
              <a:cxnLst/>
              <a:rect l="l" t="t" r="r" b="b"/>
              <a:pathLst>
                <a:path w="3682" h="606" extrusionOk="0">
                  <a:moveTo>
                    <a:pt x="308" y="1"/>
                  </a:moveTo>
                  <a:cubicBezTo>
                    <a:pt x="134" y="1"/>
                    <a:pt x="1" y="175"/>
                    <a:pt x="1" y="349"/>
                  </a:cubicBezTo>
                  <a:cubicBezTo>
                    <a:pt x="52" y="513"/>
                    <a:pt x="175" y="605"/>
                    <a:pt x="308" y="605"/>
                  </a:cubicBezTo>
                  <a:lnTo>
                    <a:pt x="3384" y="605"/>
                  </a:lnTo>
                  <a:cubicBezTo>
                    <a:pt x="3548" y="605"/>
                    <a:pt x="3681" y="431"/>
                    <a:pt x="3681" y="257"/>
                  </a:cubicBezTo>
                  <a:cubicBezTo>
                    <a:pt x="3640" y="134"/>
                    <a:pt x="3507" y="1"/>
                    <a:pt x="3384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447" name="Google Shape;447;p44"/>
            <p:cNvSpPr/>
            <p:nvPr/>
          </p:nvSpPr>
          <p:spPr>
            <a:xfrm>
              <a:off x="4953088" y="2151875"/>
              <a:ext cx="70525" cy="14900"/>
            </a:xfrm>
            <a:custGeom>
              <a:avLst/>
              <a:gdLst/>
              <a:ahLst/>
              <a:cxnLst/>
              <a:rect l="l" t="t" r="r" b="b"/>
              <a:pathLst>
                <a:path w="2821" h="596" extrusionOk="0">
                  <a:moveTo>
                    <a:pt x="308" y="1"/>
                  </a:moveTo>
                  <a:cubicBezTo>
                    <a:pt x="134" y="1"/>
                    <a:pt x="1" y="175"/>
                    <a:pt x="1" y="339"/>
                  </a:cubicBezTo>
                  <a:cubicBezTo>
                    <a:pt x="52" y="472"/>
                    <a:pt x="175" y="595"/>
                    <a:pt x="308" y="595"/>
                  </a:cubicBezTo>
                  <a:lnTo>
                    <a:pt x="2482" y="595"/>
                  </a:lnTo>
                  <a:cubicBezTo>
                    <a:pt x="2656" y="595"/>
                    <a:pt x="2820" y="431"/>
                    <a:pt x="2779" y="257"/>
                  </a:cubicBezTo>
                  <a:cubicBezTo>
                    <a:pt x="2779" y="83"/>
                    <a:pt x="2656" y="1"/>
                    <a:pt x="2482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cxnSp>
        <p:nvCxnSpPr>
          <p:cNvPr id="455" name="Google Shape;455;p44"/>
          <p:cNvCxnSpPr>
            <a:stCxn id="426" idx="2"/>
            <a:endCxn id="431" idx="0"/>
          </p:cNvCxnSpPr>
          <p:nvPr/>
        </p:nvCxnSpPr>
        <p:spPr>
          <a:xfrm rot="16200000" flipH="1">
            <a:off x="5021223" y="3070632"/>
            <a:ext cx="509298" cy="1792638"/>
          </a:xfrm>
          <a:prstGeom prst="bentConnector3">
            <a:avLst>
              <a:gd name="adj1" fmla="val 6335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6" name="Google Shape;456;p44"/>
          <p:cNvCxnSpPr>
            <a:stCxn id="428" idx="2"/>
            <a:endCxn id="431" idx="0"/>
          </p:cNvCxnSpPr>
          <p:nvPr/>
        </p:nvCxnSpPr>
        <p:spPr>
          <a:xfrm rot="16200000" flipH="1">
            <a:off x="5933504" y="3982913"/>
            <a:ext cx="476700" cy="673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7" name="Google Shape;457;p44"/>
          <p:cNvCxnSpPr>
            <a:stCxn id="430" idx="2"/>
            <a:endCxn id="431" idx="0"/>
          </p:cNvCxnSpPr>
          <p:nvPr/>
        </p:nvCxnSpPr>
        <p:spPr>
          <a:xfrm rot="5400000">
            <a:off x="6848853" y="3169864"/>
            <a:ext cx="375074" cy="1728398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" name="Номер слайда 4">
            <a:extLst>
              <a:ext uri="{FF2B5EF4-FFF2-40B4-BE49-F238E27FC236}">
                <a16:creationId xmlns:a16="http://schemas.microsoft.com/office/drawing/2014/main" id="{DA5C2F03-D9C7-4403-85DC-EA13D6BF29FD}"/>
              </a:ext>
            </a:extLst>
          </p:cNvPr>
          <p:cNvSpPr txBox="1">
            <a:spLocks/>
          </p:cNvSpPr>
          <p:nvPr/>
        </p:nvSpPr>
        <p:spPr>
          <a:xfrm>
            <a:off x="8355036" y="4094825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5400" dirty="0">
                <a:latin typeface="Helvetica" panose="020B0604020202020204" pitchFamily="34" charset="0"/>
                <a:cs typeface="Helvetica" panose="020B0604020202020204" pitchFamily="34" charset="0"/>
              </a:rPr>
              <a:t>3</a:t>
            </a:r>
            <a:endParaRPr lang="ru-KZ" sz="5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75" name="Google Shape;1149;p61"/>
          <p:cNvGrpSpPr/>
          <p:nvPr/>
        </p:nvGrpSpPr>
        <p:grpSpPr>
          <a:xfrm>
            <a:off x="7755074" y="366599"/>
            <a:ext cx="244775" cy="343700"/>
            <a:chOff x="6330638" y="1422750"/>
            <a:chExt cx="244775" cy="343700"/>
          </a:xfrm>
        </p:grpSpPr>
        <p:sp>
          <p:nvSpPr>
            <p:cNvPr id="76" name="Google Shape;1150;p61"/>
            <p:cNvSpPr/>
            <p:nvPr/>
          </p:nvSpPr>
          <p:spPr>
            <a:xfrm>
              <a:off x="6501588" y="1650075"/>
              <a:ext cx="70500" cy="70500"/>
            </a:xfrm>
            <a:custGeom>
              <a:avLst/>
              <a:gdLst/>
              <a:ahLst/>
              <a:cxnLst/>
              <a:rect l="l" t="t" r="r" b="b"/>
              <a:pathLst>
                <a:path w="2820" h="2820" extrusionOk="0">
                  <a:moveTo>
                    <a:pt x="2440" y="0"/>
                  </a:moveTo>
                  <a:lnTo>
                    <a:pt x="0" y="2389"/>
                  </a:lnTo>
                  <a:lnTo>
                    <a:pt x="431" y="2819"/>
                  </a:lnTo>
                  <a:lnTo>
                    <a:pt x="2820" y="380"/>
                  </a:lnTo>
                  <a:lnTo>
                    <a:pt x="2440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151;p61"/>
            <p:cNvSpPr/>
            <p:nvPr/>
          </p:nvSpPr>
          <p:spPr>
            <a:xfrm>
              <a:off x="6330638" y="1466300"/>
              <a:ext cx="244775" cy="300150"/>
            </a:xfrm>
            <a:custGeom>
              <a:avLst/>
              <a:gdLst/>
              <a:ahLst/>
              <a:cxnLst/>
              <a:rect l="l" t="t" r="r" b="b"/>
              <a:pathLst>
                <a:path w="9791" h="12006" extrusionOk="0">
                  <a:moveTo>
                    <a:pt x="9186" y="10252"/>
                  </a:moveTo>
                  <a:lnTo>
                    <a:pt x="9186" y="11401"/>
                  </a:lnTo>
                  <a:lnTo>
                    <a:pt x="1200" y="11401"/>
                  </a:lnTo>
                  <a:cubicBezTo>
                    <a:pt x="903" y="11401"/>
                    <a:pt x="606" y="11196"/>
                    <a:pt x="606" y="10847"/>
                  </a:cubicBezTo>
                  <a:cubicBezTo>
                    <a:pt x="606" y="10509"/>
                    <a:pt x="862" y="10252"/>
                    <a:pt x="1200" y="10252"/>
                  </a:cubicBezTo>
                  <a:close/>
                  <a:moveTo>
                    <a:pt x="1159" y="1"/>
                  </a:moveTo>
                  <a:cubicBezTo>
                    <a:pt x="513" y="1"/>
                    <a:pt x="1" y="555"/>
                    <a:pt x="1" y="1200"/>
                  </a:cubicBezTo>
                  <a:lnTo>
                    <a:pt x="1" y="10806"/>
                  </a:lnTo>
                  <a:cubicBezTo>
                    <a:pt x="1" y="11493"/>
                    <a:pt x="513" y="12005"/>
                    <a:pt x="1159" y="12005"/>
                  </a:cubicBezTo>
                  <a:lnTo>
                    <a:pt x="9483" y="12005"/>
                  </a:lnTo>
                  <a:cubicBezTo>
                    <a:pt x="9658" y="12005"/>
                    <a:pt x="9791" y="11872"/>
                    <a:pt x="9791" y="11708"/>
                  </a:cubicBezTo>
                  <a:lnTo>
                    <a:pt x="9791" y="9955"/>
                  </a:lnTo>
                  <a:lnTo>
                    <a:pt x="9791" y="298"/>
                  </a:lnTo>
                  <a:cubicBezTo>
                    <a:pt x="9791" y="175"/>
                    <a:pt x="9658" y="1"/>
                    <a:pt x="9483" y="1"/>
                  </a:cubicBezTo>
                  <a:lnTo>
                    <a:pt x="7484" y="1"/>
                  </a:lnTo>
                  <a:lnTo>
                    <a:pt x="7484" y="596"/>
                  </a:lnTo>
                  <a:lnTo>
                    <a:pt x="9145" y="596"/>
                  </a:lnTo>
                  <a:lnTo>
                    <a:pt x="9145" y="9658"/>
                  </a:lnTo>
                  <a:lnTo>
                    <a:pt x="1159" y="9658"/>
                  </a:lnTo>
                  <a:cubicBezTo>
                    <a:pt x="944" y="9658"/>
                    <a:pt x="729" y="9699"/>
                    <a:pt x="565" y="9822"/>
                  </a:cubicBezTo>
                  <a:lnTo>
                    <a:pt x="565" y="1200"/>
                  </a:lnTo>
                  <a:cubicBezTo>
                    <a:pt x="565" y="852"/>
                    <a:pt x="821" y="596"/>
                    <a:pt x="1159" y="596"/>
                  </a:cubicBezTo>
                  <a:lnTo>
                    <a:pt x="2225" y="596"/>
                  </a:lnTo>
                  <a:lnTo>
                    <a:pt x="2225" y="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152;p61"/>
            <p:cNvSpPr/>
            <p:nvPr/>
          </p:nvSpPr>
          <p:spPr>
            <a:xfrm>
              <a:off x="6379838" y="1422750"/>
              <a:ext cx="145350" cy="179175"/>
            </a:xfrm>
            <a:custGeom>
              <a:avLst/>
              <a:gdLst/>
              <a:ahLst/>
              <a:cxnLst/>
              <a:rect l="l" t="t" r="r" b="b"/>
              <a:pathLst>
                <a:path w="5814" h="7167" extrusionOk="0">
                  <a:moveTo>
                    <a:pt x="2902" y="585"/>
                  </a:moveTo>
                  <a:lnTo>
                    <a:pt x="5209" y="1610"/>
                  </a:lnTo>
                  <a:lnTo>
                    <a:pt x="5209" y="2942"/>
                  </a:lnTo>
                  <a:cubicBezTo>
                    <a:pt x="5209" y="4521"/>
                    <a:pt x="4317" y="5885"/>
                    <a:pt x="2902" y="6530"/>
                  </a:cubicBezTo>
                  <a:cubicBezTo>
                    <a:pt x="1498" y="5885"/>
                    <a:pt x="555" y="4521"/>
                    <a:pt x="555" y="2942"/>
                  </a:cubicBezTo>
                  <a:lnTo>
                    <a:pt x="555" y="1610"/>
                  </a:lnTo>
                  <a:lnTo>
                    <a:pt x="2902" y="585"/>
                  </a:lnTo>
                  <a:close/>
                  <a:moveTo>
                    <a:pt x="2907" y="0"/>
                  </a:moveTo>
                  <a:cubicBezTo>
                    <a:pt x="2864" y="0"/>
                    <a:pt x="2820" y="11"/>
                    <a:pt x="2779" y="31"/>
                  </a:cubicBezTo>
                  <a:lnTo>
                    <a:pt x="175" y="1148"/>
                  </a:lnTo>
                  <a:cubicBezTo>
                    <a:pt x="42" y="1189"/>
                    <a:pt x="1" y="1271"/>
                    <a:pt x="1" y="1405"/>
                  </a:cubicBezTo>
                  <a:lnTo>
                    <a:pt x="1" y="2942"/>
                  </a:lnTo>
                  <a:cubicBezTo>
                    <a:pt x="1" y="4777"/>
                    <a:pt x="1067" y="6438"/>
                    <a:pt x="2779" y="7125"/>
                  </a:cubicBezTo>
                  <a:cubicBezTo>
                    <a:pt x="2820" y="7166"/>
                    <a:pt x="2861" y="7166"/>
                    <a:pt x="2902" y="7166"/>
                  </a:cubicBezTo>
                  <a:cubicBezTo>
                    <a:pt x="2953" y="7166"/>
                    <a:pt x="2994" y="7166"/>
                    <a:pt x="2994" y="7125"/>
                  </a:cubicBezTo>
                  <a:cubicBezTo>
                    <a:pt x="4696" y="6438"/>
                    <a:pt x="5814" y="4777"/>
                    <a:pt x="5814" y="2942"/>
                  </a:cubicBezTo>
                  <a:lnTo>
                    <a:pt x="5814" y="1405"/>
                  </a:lnTo>
                  <a:cubicBezTo>
                    <a:pt x="5814" y="1271"/>
                    <a:pt x="5721" y="1189"/>
                    <a:pt x="5639" y="1148"/>
                  </a:cubicBezTo>
                  <a:lnTo>
                    <a:pt x="3035" y="31"/>
                  </a:lnTo>
                  <a:cubicBezTo>
                    <a:pt x="2994" y="11"/>
                    <a:pt x="2951" y="0"/>
                    <a:pt x="2907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153;p61"/>
            <p:cNvSpPr/>
            <p:nvPr/>
          </p:nvSpPr>
          <p:spPr>
            <a:xfrm>
              <a:off x="6428038" y="1488425"/>
              <a:ext cx="59725" cy="41975"/>
            </a:xfrm>
            <a:custGeom>
              <a:avLst/>
              <a:gdLst/>
              <a:ahLst/>
              <a:cxnLst/>
              <a:rect l="l" t="t" r="r" b="b"/>
              <a:pathLst>
                <a:path w="2389" h="1679" extrusionOk="0">
                  <a:moveTo>
                    <a:pt x="2072" y="0"/>
                  </a:moveTo>
                  <a:cubicBezTo>
                    <a:pt x="1992" y="0"/>
                    <a:pt x="1917" y="34"/>
                    <a:pt x="1876" y="100"/>
                  </a:cubicBezTo>
                  <a:lnTo>
                    <a:pt x="974" y="992"/>
                  </a:lnTo>
                  <a:lnTo>
                    <a:pt x="554" y="520"/>
                  </a:lnTo>
                  <a:cubicBezTo>
                    <a:pt x="487" y="479"/>
                    <a:pt x="400" y="459"/>
                    <a:pt x="319" y="459"/>
                  </a:cubicBezTo>
                  <a:cubicBezTo>
                    <a:pt x="239" y="459"/>
                    <a:pt x="164" y="479"/>
                    <a:pt x="123" y="520"/>
                  </a:cubicBezTo>
                  <a:cubicBezTo>
                    <a:pt x="0" y="654"/>
                    <a:pt x="0" y="828"/>
                    <a:pt x="123" y="951"/>
                  </a:cubicBezTo>
                  <a:lnTo>
                    <a:pt x="769" y="1597"/>
                  </a:lnTo>
                  <a:cubicBezTo>
                    <a:pt x="810" y="1679"/>
                    <a:pt x="892" y="1679"/>
                    <a:pt x="974" y="1679"/>
                  </a:cubicBezTo>
                  <a:cubicBezTo>
                    <a:pt x="1066" y="1679"/>
                    <a:pt x="1148" y="1679"/>
                    <a:pt x="1189" y="1597"/>
                  </a:cubicBezTo>
                  <a:lnTo>
                    <a:pt x="2307" y="520"/>
                  </a:lnTo>
                  <a:cubicBezTo>
                    <a:pt x="2389" y="397"/>
                    <a:pt x="2389" y="223"/>
                    <a:pt x="2307" y="100"/>
                  </a:cubicBezTo>
                  <a:cubicBezTo>
                    <a:pt x="2240" y="34"/>
                    <a:pt x="2153" y="0"/>
                    <a:pt x="2072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154;p61"/>
            <p:cNvSpPr/>
            <p:nvPr/>
          </p:nvSpPr>
          <p:spPr>
            <a:xfrm>
              <a:off x="6406513" y="1635975"/>
              <a:ext cx="92025" cy="15150"/>
            </a:xfrm>
            <a:custGeom>
              <a:avLst/>
              <a:gdLst/>
              <a:ahLst/>
              <a:cxnLst/>
              <a:rect l="l" t="t" r="r" b="b"/>
              <a:pathLst>
                <a:path w="3681" h="606" extrusionOk="0">
                  <a:moveTo>
                    <a:pt x="297" y="0"/>
                  </a:moveTo>
                  <a:cubicBezTo>
                    <a:pt x="133" y="0"/>
                    <a:pt x="0" y="175"/>
                    <a:pt x="0" y="349"/>
                  </a:cubicBezTo>
                  <a:cubicBezTo>
                    <a:pt x="41" y="513"/>
                    <a:pt x="174" y="605"/>
                    <a:pt x="297" y="605"/>
                  </a:cubicBezTo>
                  <a:lnTo>
                    <a:pt x="3373" y="605"/>
                  </a:lnTo>
                  <a:cubicBezTo>
                    <a:pt x="3547" y="605"/>
                    <a:pt x="3680" y="431"/>
                    <a:pt x="3680" y="257"/>
                  </a:cubicBezTo>
                  <a:cubicBezTo>
                    <a:pt x="3629" y="93"/>
                    <a:pt x="3506" y="0"/>
                    <a:pt x="3373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/>
          <p:cNvSpPr txBox="1">
            <a:spLocks noGrp="1"/>
          </p:cNvSpPr>
          <p:nvPr>
            <p:ph type="title"/>
          </p:nvPr>
        </p:nvSpPr>
        <p:spPr>
          <a:xfrm>
            <a:off x="-505020" y="-100990"/>
            <a:ext cx="10542049" cy="572700"/>
          </a:xfrm>
          <a:prstGeom prst="rect">
            <a:avLst/>
          </a:prstGeom>
          <a:solidFill>
            <a:schemeClr val="bg1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	Обзор </a:t>
            </a:r>
            <a:r>
              <a:rPr lang="ru-RU" sz="2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существующих аналогов</a:t>
            </a:r>
            <a:endParaRPr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aphicFrame>
        <p:nvGraphicFramePr>
          <p:cNvPr id="299" name="Google Shape;299;p34"/>
          <p:cNvGraphicFramePr/>
          <p:nvPr>
            <p:extLst>
              <p:ext uri="{D42A27DB-BD31-4B8C-83A1-F6EECF244321}">
                <p14:modId xmlns:p14="http://schemas.microsoft.com/office/powerpoint/2010/main" val="3136554676"/>
              </p:ext>
            </p:extLst>
          </p:nvPr>
        </p:nvGraphicFramePr>
        <p:xfrm>
          <a:off x="530292" y="434148"/>
          <a:ext cx="7691750" cy="4480170"/>
        </p:xfrm>
        <a:graphic>
          <a:graphicData uri="http://schemas.openxmlformats.org/drawingml/2006/table">
            <a:tbl>
              <a:tblPr>
                <a:noFill/>
                <a:tableStyleId>{64650A62-20E1-46AD-B3AE-A2610CA91DD9}</a:tableStyleId>
              </a:tblPr>
              <a:tblGrid>
                <a:gridCol w="3036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1729">
                  <a:extLst>
                    <a:ext uri="{9D8B030D-6E8A-4147-A177-3AD203B41FA5}">
                      <a16:colId xmlns:a16="http://schemas.microsoft.com/office/drawing/2014/main" val="350864856"/>
                    </a:ext>
                  </a:extLst>
                </a:gridCol>
                <a:gridCol w="1216681">
                  <a:extLst>
                    <a:ext uri="{9D8B030D-6E8A-4147-A177-3AD203B41FA5}">
                      <a16:colId xmlns:a16="http://schemas.microsoft.com/office/drawing/2014/main" val="1029321073"/>
                    </a:ext>
                  </a:extLst>
                </a:gridCol>
                <a:gridCol w="1617202">
                  <a:extLst>
                    <a:ext uri="{9D8B030D-6E8A-4147-A177-3AD203B41FA5}">
                      <a16:colId xmlns:a16="http://schemas.microsoft.com/office/drawing/2014/main" val="1981378712"/>
                    </a:ext>
                  </a:extLst>
                </a:gridCol>
              </a:tblGrid>
              <a:tr h="35255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Arial"/>
                          <a:cs typeface="Helvetica" panose="020B0604020202020204" pitchFamily="34" charset="0"/>
                          <a:sym typeface="Arial"/>
                        </a:rPr>
                        <a:t>Критерии</a:t>
                      </a:r>
                      <a:endParaRPr sz="900" b="0" u="sng" dirty="0">
                        <a:solidFill>
                          <a:schemeClr val="dk1"/>
                        </a:solidFill>
                        <a:latin typeface="Helvetica" panose="020B0604020202020204" pitchFamily="34" charset="0"/>
                        <a:ea typeface="Figtree Black"/>
                        <a:cs typeface="Helvetica" panose="020B0604020202020204" pitchFamily="34" charset="0"/>
                        <a:sym typeface="Figtree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sz="12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Arial"/>
                          <a:cs typeface="Helvetica" panose="020B0604020202020204" pitchFamily="34" charset="0"/>
                          <a:sym typeface="Arial"/>
                        </a:rPr>
                        <a:t>Наименование ПО</a:t>
                      </a:r>
                      <a:endParaRPr sz="900" b="0" dirty="0">
                        <a:solidFill>
                          <a:schemeClr val="dk1"/>
                        </a:solidFill>
                        <a:latin typeface="Helvetica" panose="020B0604020202020204" pitchFamily="34" charset="0"/>
                        <a:ea typeface="Hanken Grotesk"/>
                        <a:cs typeface="Helvetica" panose="020B0604020202020204" pitchFamily="34" charset="0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Helvetica" panose="020B0604020202020204" pitchFamily="34" charset="0"/>
                        <a:ea typeface="Hanken Grotesk"/>
                        <a:cs typeface="Helvetica" panose="020B0604020202020204" pitchFamily="34" charset="0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Helvetica" panose="020B0604020202020204" pitchFamily="34" charset="0"/>
                        <a:ea typeface="Hanken Grotesk"/>
                        <a:cs typeface="Helvetica" panose="020B0604020202020204" pitchFamily="34" charset="0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Helvetica" panose="020B0604020202020204" pitchFamily="34" charset="0"/>
                        <a:ea typeface="Hanken Grotesk"/>
                        <a:cs typeface="Helvetica" panose="020B0604020202020204" pitchFamily="34" charset="0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7717838"/>
                  </a:ext>
                </a:extLst>
              </a:tr>
              <a:tr h="35255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sng" dirty="0">
                        <a:solidFill>
                          <a:schemeClr val="dk1"/>
                        </a:solidFill>
                        <a:latin typeface="Helvetica" panose="020B0604020202020204" pitchFamily="34" charset="0"/>
                        <a:ea typeface="Figtree Black"/>
                        <a:cs typeface="Helvetica" panose="020B0604020202020204" pitchFamily="34" charset="0"/>
                        <a:sym typeface="Figtree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sz="12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Arial"/>
                          <a:cs typeface="Helvetica" panose="020B0604020202020204" pitchFamily="34" charset="0"/>
                          <a:sym typeface="Arial"/>
                        </a:rPr>
                        <a:t>«</a:t>
                      </a:r>
                      <a:r>
                        <a:rPr lang="en-US" sz="12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Arial"/>
                          <a:cs typeface="Helvetica" panose="020B0604020202020204" pitchFamily="34" charset="0"/>
                          <a:sym typeface="Arial"/>
                        </a:rPr>
                        <a:t>Fuelio</a:t>
                      </a:r>
                      <a:r>
                        <a:rPr lang="ru-RU" sz="12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Arial"/>
                          <a:cs typeface="Helvetica" panose="020B0604020202020204" pitchFamily="34" charset="0"/>
                          <a:sym typeface="Arial"/>
                        </a:rPr>
                        <a:t>»</a:t>
                      </a:r>
                      <a:endParaRPr sz="900" b="0" dirty="0">
                        <a:solidFill>
                          <a:schemeClr val="dk1"/>
                        </a:solidFill>
                        <a:latin typeface="Helvetica" panose="020B0604020202020204" pitchFamily="34" charset="0"/>
                        <a:ea typeface="Hanken Grotesk"/>
                        <a:cs typeface="Helvetica" panose="020B0604020202020204" pitchFamily="34" charset="0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sz="12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Arial"/>
                          <a:cs typeface="Helvetica" panose="020B0604020202020204" pitchFamily="34" charset="0"/>
                          <a:sym typeface="Arial"/>
                        </a:rPr>
                        <a:t>«</a:t>
                      </a:r>
                      <a:r>
                        <a:rPr lang="ru-RU" sz="12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Arial"/>
                          <a:cs typeface="Helvetica" panose="020B0604020202020204" pitchFamily="34" charset="0"/>
                          <a:sym typeface="Arial"/>
                        </a:rPr>
                        <a:t>Drivvo</a:t>
                      </a:r>
                      <a:r>
                        <a:rPr lang="ru-RU" sz="12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Arial"/>
                          <a:cs typeface="Helvetica" panose="020B0604020202020204" pitchFamily="34" charset="0"/>
                          <a:sym typeface="Arial"/>
                        </a:rPr>
                        <a:t>»</a:t>
                      </a:r>
                      <a:endParaRPr sz="900" b="0" dirty="0">
                        <a:solidFill>
                          <a:schemeClr val="dk1"/>
                        </a:solidFill>
                        <a:latin typeface="Helvetica" panose="020B0604020202020204" pitchFamily="34" charset="0"/>
                        <a:ea typeface="Hanken Grotesk"/>
                        <a:cs typeface="Helvetica" panose="020B0604020202020204" pitchFamily="34" charset="0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sz="12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Arial"/>
                          <a:cs typeface="Helvetica" panose="020B0604020202020204" pitchFamily="34" charset="0"/>
                          <a:sym typeface="Arial"/>
                        </a:rPr>
                        <a:t>«</a:t>
                      </a:r>
                      <a:r>
                        <a:rPr lang="ru-RU" sz="12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Arial"/>
                          <a:cs typeface="Helvetica" panose="020B0604020202020204" pitchFamily="34" charset="0"/>
                          <a:sym typeface="Arial"/>
                        </a:rPr>
                        <a:t>Simply</a:t>
                      </a:r>
                      <a:r>
                        <a:rPr lang="ru-RU" sz="12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Arial"/>
                          <a:cs typeface="Helvetica" panose="020B0604020202020204" pitchFamily="34" charset="0"/>
                          <a:sym typeface="Arial"/>
                        </a:rPr>
                        <a:t> </a:t>
                      </a:r>
                      <a:r>
                        <a:rPr lang="ru-RU" sz="12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Arial"/>
                          <a:cs typeface="Helvetica" panose="020B0604020202020204" pitchFamily="34" charset="0"/>
                          <a:sym typeface="Arial"/>
                        </a:rPr>
                        <a:t>Auto</a:t>
                      </a:r>
                      <a:r>
                        <a:rPr lang="ru-RU" sz="12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Arial"/>
                          <a:cs typeface="Helvetica" panose="020B0604020202020204" pitchFamily="34" charset="0"/>
                          <a:sym typeface="Arial"/>
                        </a:rPr>
                        <a:t>»</a:t>
                      </a:r>
                      <a:endParaRPr sz="900" b="0" dirty="0">
                        <a:solidFill>
                          <a:schemeClr val="dk1"/>
                        </a:solidFill>
                        <a:latin typeface="Helvetica" panose="020B0604020202020204" pitchFamily="34" charset="0"/>
                        <a:ea typeface="Hanken Grotesk"/>
                        <a:cs typeface="Helvetica" panose="020B0604020202020204" pitchFamily="34" charset="0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sz="12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Arial"/>
                          <a:cs typeface="Helvetica" panose="020B0604020202020204" pitchFamily="34" charset="0"/>
                          <a:sym typeface="Arial"/>
                        </a:rPr>
                        <a:t>«</a:t>
                      </a:r>
                      <a:r>
                        <a:rPr lang="en-US" sz="12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Arial"/>
                          <a:cs typeface="Helvetica" panose="020B0604020202020204" pitchFamily="34" charset="0"/>
                          <a:sym typeface="Arial"/>
                        </a:rPr>
                        <a:t>For a car</a:t>
                      </a:r>
                      <a:r>
                        <a:rPr lang="ru-RU" sz="12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Arial"/>
                          <a:cs typeface="Helvetica" panose="020B0604020202020204" pitchFamily="34" charset="0"/>
                          <a:sym typeface="Arial"/>
                        </a:rPr>
                        <a:t>»</a:t>
                      </a:r>
                      <a:endParaRPr sz="900" b="0" dirty="0">
                        <a:solidFill>
                          <a:schemeClr val="dk1"/>
                        </a:solidFill>
                        <a:latin typeface="Helvetica" panose="020B0604020202020204" pitchFamily="34" charset="0"/>
                        <a:ea typeface="Hanken Grotesk"/>
                        <a:cs typeface="Helvetica" panose="020B0604020202020204" pitchFamily="34" charset="0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833699"/>
                  </a:ext>
                </a:extLst>
              </a:tr>
              <a:tr h="32317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b="0" u="none" dirty="0" smtClean="0">
                          <a:solidFill>
                            <a:schemeClr val="dk1"/>
                          </a:solidFill>
                          <a:latin typeface="Helvetica" panose="020B0604020202020204" pitchFamily="34" charset="0"/>
                          <a:ea typeface="Figtree Black"/>
                          <a:cs typeface="Helvetica" panose="020B0604020202020204" pitchFamily="34" charset="0"/>
                          <a:sym typeface="Figtree Black"/>
                        </a:rPr>
                        <a:t>Стабильная</a:t>
                      </a:r>
                      <a:r>
                        <a:rPr lang="ru-RU" sz="1000" b="0" u="none" baseline="0" dirty="0" smtClean="0">
                          <a:solidFill>
                            <a:schemeClr val="dk1"/>
                          </a:solidFill>
                          <a:latin typeface="Helvetica" panose="020B0604020202020204" pitchFamily="34" charset="0"/>
                          <a:ea typeface="Figtree Black"/>
                          <a:cs typeface="Helvetica" panose="020B0604020202020204" pitchFamily="34" charset="0"/>
                          <a:sym typeface="Figtree Black"/>
                        </a:rPr>
                        <a:t> работа сервиса</a:t>
                      </a:r>
                      <a:endParaRPr sz="1000" b="0" u="none" dirty="0">
                        <a:solidFill>
                          <a:schemeClr val="dk1"/>
                        </a:solidFill>
                        <a:latin typeface="Helvetica" panose="020B0604020202020204" pitchFamily="34" charset="0"/>
                        <a:ea typeface="Figtree Black"/>
                        <a:cs typeface="Helvetica" panose="020B0604020202020204" pitchFamily="34" charset="0"/>
                        <a:sym typeface="Figtree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200" dirty="0" smtClean="0"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+</a:t>
                      </a:r>
                      <a:endParaRPr lang="ru-RU" sz="1400" dirty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200" dirty="0"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+</a:t>
                      </a:r>
                      <a:endParaRPr lang="ru-RU" sz="1400" dirty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200" dirty="0"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–</a:t>
                      </a:r>
                      <a:endParaRPr lang="ru-RU" sz="1400" dirty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200" dirty="0"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+</a:t>
                      </a:r>
                      <a:endParaRPr lang="ru-RU" sz="1400" dirty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17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b="0" u="none" dirty="0" smtClean="0">
                          <a:solidFill>
                            <a:schemeClr val="dk1"/>
                          </a:solidFill>
                          <a:latin typeface="Helvetica" panose="020B0604020202020204" pitchFamily="34" charset="0"/>
                          <a:ea typeface="Figtree Black"/>
                          <a:cs typeface="Helvetica" panose="020B0604020202020204" pitchFamily="34" charset="0"/>
                          <a:sym typeface="Figtree Black"/>
                        </a:rPr>
                        <a:t>Удобный и интуитивный интерфейс</a:t>
                      </a:r>
                      <a:endParaRPr sz="1000" b="0" u="none" dirty="0">
                        <a:solidFill>
                          <a:schemeClr val="dk1"/>
                        </a:solidFill>
                        <a:latin typeface="Helvetica" panose="020B0604020202020204" pitchFamily="34" charset="0"/>
                        <a:ea typeface="Figtree Black"/>
                        <a:cs typeface="Helvetica" panose="020B0604020202020204" pitchFamily="34" charset="0"/>
                        <a:sym typeface="Figtree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200" dirty="0"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+</a:t>
                      </a:r>
                      <a:endParaRPr lang="ru-RU" sz="1400" dirty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en-US" sz="1200" dirty="0"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–</a:t>
                      </a:r>
                      <a:endParaRPr lang="ru-RU" sz="1400" dirty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200" dirty="0"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+</a:t>
                      </a:r>
                      <a:endParaRPr lang="ru-RU" sz="1400" dirty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200" dirty="0"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+</a:t>
                      </a:r>
                      <a:endParaRPr lang="ru-RU" sz="1400" dirty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17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b="0" u="none" dirty="0" smtClean="0">
                          <a:solidFill>
                            <a:schemeClr val="dk1"/>
                          </a:solidFill>
                          <a:latin typeface="Helvetica" panose="020B0604020202020204" pitchFamily="34" charset="0"/>
                          <a:ea typeface="Figtree Black"/>
                          <a:cs typeface="Helvetica" panose="020B0604020202020204" pitchFamily="34" charset="0"/>
                          <a:sym typeface="Figtree Black"/>
                        </a:rPr>
                        <a:t>Учёт заправок и расхода топлива</a:t>
                      </a:r>
                      <a:endParaRPr sz="1000" b="0" u="none" dirty="0">
                        <a:solidFill>
                          <a:schemeClr val="dk1"/>
                        </a:solidFill>
                        <a:latin typeface="Helvetica" panose="020B0604020202020204" pitchFamily="34" charset="0"/>
                        <a:ea typeface="Figtree Black"/>
                        <a:cs typeface="Helvetica" panose="020B0604020202020204" pitchFamily="34" charset="0"/>
                        <a:sym typeface="Figtree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200" dirty="0"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+</a:t>
                      </a:r>
                      <a:endParaRPr lang="ru-RU" sz="1400" dirty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200" dirty="0"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+</a:t>
                      </a:r>
                      <a:endParaRPr lang="ru-RU" sz="1400" dirty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200"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+</a:t>
                      </a:r>
                      <a:endParaRPr lang="ru-RU" sz="140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200" dirty="0"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+</a:t>
                      </a:r>
                      <a:endParaRPr lang="ru-RU" sz="1400" dirty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17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b="0" u="none" dirty="0" smtClean="0">
                          <a:solidFill>
                            <a:schemeClr val="dk1"/>
                          </a:solidFill>
                          <a:latin typeface="Helvetica" panose="020B0604020202020204" pitchFamily="34" charset="0"/>
                          <a:ea typeface="Figtree Black"/>
                          <a:cs typeface="Helvetica" panose="020B0604020202020204" pitchFamily="34" charset="0"/>
                          <a:sym typeface="Figtree Black"/>
                        </a:rPr>
                        <a:t>Учёт технического обслуживания</a:t>
                      </a:r>
                      <a:endParaRPr sz="1000" b="0" u="none" dirty="0">
                        <a:solidFill>
                          <a:schemeClr val="dk1"/>
                        </a:solidFill>
                        <a:latin typeface="Helvetica" panose="020B0604020202020204" pitchFamily="34" charset="0"/>
                        <a:ea typeface="Figtree Black"/>
                        <a:cs typeface="Helvetica" panose="020B0604020202020204" pitchFamily="34" charset="0"/>
                        <a:sym typeface="Figtree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200" dirty="0"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–</a:t>
                      </a:r>
                      <a:endParaRPr lang="ru-RU" sz="1400" dirty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200" dirty="0"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+</a:t>
                      </a:r>
                      <a:endParaRPr lang="ru-RU" sz="1400" dirty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200" dirty="0"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+</a:t>
                      </a:r>
                      <a:endParaRPr lang="ru-RU" sz="1400" dirty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200" dirty="0"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+</a:t>
                      </a:r>
                      <a:endParaRPr lang="ru-RU" sz="1400" dirty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17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b="0" u="none" dirty="0" smtClean="0">
                          <a:solidFill>
                            <a:schemeClr val="dk1"/>
                          </a:solidFill>
                          <a:latin typeface="Helvetica" panose="020B0604020202020204" pitchFamily="34" charset="0"/>
                          <a:ea typeface="Figtree Black"/>
                          <a:cs typeface="Helvetica" panose="020B0604020202020204" pitchFamily="34" charset="0"/>
                          <a:sym typeface="Figtree Black"/>
                        </a:rPr>
                        <a:t>Поддержка нескольких автомобилей</a:t>
                      </a:r>
                      <a:endParaRPr sz="1000" b="0" u="none" dirty="0">
                        <a:solidFill>
                          <a:schemeClr val="dk1"/>
                        </a:solidFill>
                        <a:latin typeface="Helvetica" panose="020B0604020202020204" pitchFamily="34" charset="0"/>
                        <a:ea typeface="Figtree Black"/>
                        <a:cs typeface="Helvetica" panose="020B0604020202020204" pitchFamily="34" charset="0"/>
                        <a:sym typeface="Figtree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200" dirty="0"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+</a:t>
                      </a:r>
                      <a:endParaRPr lang="ru-RU" sz="1400" dirty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200" dirty="0"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+</a:t>
                      </a:r>
                      <a:endParaRPr lang="ru-RU" sz="1400" dirty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200" dirty="0"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+</a:t>
                      </a:r>
                      <a:endParaRPr lang="ru-RU" sz="1400" dirty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200" dirty="0"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+</a:t>
                      </a:r>
                      <a:endParaRPr lang="ru-RU" sz="1400" dirty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17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b="0" u="none" dirty="0" smtClean="0">
                          <a:solidFill>
                            <a:schemeClr val="dk1"/>
                          </a:solidFill>
                          <a:latin typeface="Helvetica" panose="020B0604020202020204" pitchFamily="34" charset="0"/>
                          <a:ea typeface="Figtree Black"/>
                          <a:cs typeface="Helvetica" panose="020B0604020202020204" pitchFamily="34" charset="0"/>
                          <a:sym typeface="Figtree Black"/>
                        </a:rPr>
                        <a:t>Генерация аналитики и статистики</a:t>
                      </a:r>
                      <a:endParaRPr sz="1000" b="0" u="none" dirty="0">
                        <a:solidFill>
                          <a:schemeClr val="dk1"/>
                        </a:solidFill>
                        <a:latin typeface="Helvetica" panose="020B0604020202020204" pitchFamily="34" charset="0"/>
                        <a:ea typeface="Figtree Black"/>
                        <a:cs typeface="Helvetica" panose="020B0604020202020204" pitchFamily="34" charset="0"/>
                        <a:sym typeface="Figtree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200"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+</a:t>
                      </a:r>
                      <a:endParaRPr lang="ru-RU" sz="140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200" dirty="0"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+</a:t>
                      </a:r>
                      <a:endParaRPr lang="ru-RU" sz="1400" dirty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200" dirty="0"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+</a:t>
                      </a:r>
                      <a:endParaRPr lang="ru-RU" sz="1400" dirty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200" dirty="0"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+</a:t>
                      </a:r>
                      <a:endParaRPr lang="ru-RU" sz="1400" dirty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17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b="0" u="none" dirty="0" smtClean="0">
                          <a:solidFill>
                            <a:schemeClr val="dk1"/>
                          </a:solidFill>
                          <a:latin typeface="Helvetica" panose="020B0604020202020204" pitchFamily="34" charset="0"/>
                          <a:ea typeface="Figtree Black"/>
                          <a:cs typeface="Helvetica" panose="020B0604020202020204" pitchFamily="34" charset="0"/>
                          <a:sym typeface="Figtree Black"/>
                        </a:rPr>
                        <a:t>Напоминания о ТО и событиях</a:t>
                      </a:r>
                      <a:endParaRPr sz="1000" b="0" u="none" dirty="0">
                        <a:solidFill>
                          <a:schemeClr val="dk1"/>
                        </a:solidFill>
                        <a:latin typeface="Helvetica" panose="020B0604020202020204" pitchFamily="34" charset="0"/>
                        <a:ea typeface="Figtree Black"/>
                        <a:cs typeface="Helvetica" panose="020B0604020202020204" pitchFamily="34" charset="0"/>
                        <a:sym typeface="Figtree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200"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+</a:t>
                      </a:r>
                      <a:endParaRPr lang="ru-RU" sz="140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200" dirty="0"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+</a:t>
                      </a:r>
                      <a:endParaRPr lang="ru-RU" sz="1400" dirty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200" dirty="0"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+</a:t>
                      </a:r>
                      <a:endParaRPr lang="ru-RU" sz="1400" dirty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en-US" sz="1200" dirty="0"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+</a:t>
                      </a:r>
                      <a:endParaRPr lang="ru-RU" sz="1400" dirty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2543079"/>
                  </a:ext>
                </a:extLst>
              </a:tr>
              <a:tr h="32317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b="0" u="none" dirty="0" smtClean="0">
                          <a:solidFill>
                            <a:schemeClr val="dk1"/>
                          </a:solidFill>
                          <a:latin typeface="Helvetica" panose="020B0604020202020204" pitchFamily="34" charset="0"/>
                          <a:ea typeface="Figtree Black"/>
                          <a:cs typeface="Helvetica" panose="020B0604020202020204" pitchFamily="34" charset="0"/>
                          <a:sym typeface="Figtree Black"/>
                        </a:rPr>
                        <a:t>Прикрепление изображений к записям</a:t>
                      </a:r>
                      <a:endParaRPr sz="1000" b="0" u="none" dirty="0">
                        <a:solidFill>
                          <a:schemeClr val="dk1"/>
                        </a:solidFill>
                        <a:latin typeface="Helvetica" panose="020B0604020202020204" pitchFamily="34" charset="0"/>
                        <a:ea typeface="Figtree Black"/>
                        <a:cs typeface="Helvetica" panose="020B0604020202020204" pitchFamily="34" charset="0"/>
                        <a:sym typeface="Figtree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200" dirty="0"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+</a:t>
                      </a:r>
                      <a:endParaRPr lang="ru-RU" sz="1400" dirty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200"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–</a:t>
                      </a:r>
                      <a:endParaRPr lang="ru-RU" sz="140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200" dirty="0"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+</a:t>
                      </a:r>
                      <a:endParaRPr lang="ru-RU" sz="1400" dirty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200" dirty="0"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+</a:t>
                      </a:r>
                      <a:endParaRPr lang="ru-RU" sz="1400" dirty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4188221"/>
                  </a:ext>
                </a:extLst>
              </a:tr>
              <a:tr h="32317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b="0" u="none" dirty="0" smtClean="0">
                          <a:solidFill>
                            <a:schemeClr val="dk1"/>
                          </a:solidFill>
                          <a:latin typeface="Helvetica" panose="020B0604020202020204" pitchFamily="34" charset="0"/>
                          <a:ea typeface="Figtree Black"/>
                          <a:cs typeface="Helvetica" panose="020B0604020202020204" pitchFamily="34" charset="0"/>
                          <a:sym typeface="Figtree Black"/>
                        </a:rPr>
                        <a:t>Экспорт данных</a:t>
                      </a:r>
                      <a:endParaRPr sz="1000" b="0" u="none" dirty="0">
                        <a:solidFill>
                          <a:schemeClr val="dk1"/>
                        </a:solidFill>
                        <a:latin typeface="Helvetica" panose="020B0604020202020204" pitchFamily="34" charset="0"/>
                        <a:ea typeface="Figtree Black"/>
                        <a:cs typeface="Helvetica" panose="020B0604020202020204" pitchFamily="34" charset="0"/>
                        <a:sym typeface="Figtree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200" dirty="0"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+</a:t>
                      </a:r>
                      <a:endParaRPr lang="ru-RU" sz="1400" dirty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200"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–</a:t>
                      </a:r>
                      <a:endParaRPr lang="ru-RU" sz="140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200" dirty="0"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+</a:t>
                      </a:r>
                      <a:endParaRPr lang="ru-RU" sz="1400" dirty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en-US" sz="1200" dirty="0"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+</a:t>
                      </a:r>
                      <a:endParaRPr lang="ru-RU" sz="1400" dirty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3622913"/>
                  </a:ext>
                </a:extLst>
              </a:tr>
              <a:tr h="32317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b="0" u="none" dirty="0" smtClean="0">
                          <a:solidFill>
                            <a:schemeClr val="dk1"/>
                          </a:solidFill>
                          <a:latin typeface="Helvetica" panose="020B0604020202020204" pitchFamily="34" charset="0"/>
                          <a:ea typeface="Figtree Black"/>
                          <a:cs typeface="Helvetica" panose="020B0604020202020204" pitchFamily="34" charset="0"/>
                          <a:sym typeface="Figtree Black"/>
                        </a:rPr>
                        <a:t>Отсутствие рекламы</a:t>
                      </a:r>
                      <a:endParaRPr sz="1000" b="0" u="none" dirty="0">
                        <a:solidFill>
                          <a:schemeClr val="dk1"/>
                        </a:solidFill>
                        <a:latin typeface="Helvetica" panose="020B0604020202020204" pitchFamily="34" charset="0"/>
                        <a:ea typeface="Figtree Black"/>
                        <a:cs typeface="Helvetica" panose="020B0604020202020204" pitchFamily="34" charset="0"/>
                        <a:sym typeface="Figtree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200" dirty="0"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–</a:t>
                      </a:r>
                      <a:endParaRPr lang="ru-RU" sz="1400" dirty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200"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–</a:t>
                      </a:r>
                      <a:endParaRPr lang="ru-RU" sz="140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200"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–</a:t>
                      </a:r>
                      <a:endParaRPr lang="ru-RU" sz="140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200" dirty="0"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+</a:t>
                      </a:r>
                      <a:endParaRPr lang="ru-RU" sz="1400" dirty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1778608"/>
                  </a:ext>
                </a:extLst>
              </a:tr>
              <a:tr h="381941">
                <a:tc>
                  <a:txBody>
                    <a:bodyPr/>
                    <a:lstStyle/>
                    <a:p>
                      <a:pPr algn="ctr"/>
                      <a:r>
                        <a:rPr lang="ru-RU" sz="1000" u="none" dirty="0" smtClean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Полная</a:t>
                      </a:r>
                      <a:r>
                        <a:rPr lang="ru-RU" sz="1400" u="none" dirty="0" smtClean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ru-RU" sz="1000" u="none" dirty="0" smtClean="0"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локализация</a:t>
                      </a:r>
                      <a:endParaRPr lang="ru-RU" sz="1400" u="none" dirty="0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200" dirty="0"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–</a:t>
                      </a:r>
                      <a:endParaRPr lang="ru-RU" sz="1400" dirty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200" dirty="0"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+</a:t>
                      </a:r>
                      <a:endParaRPr lang="ru-RU" sz="1400" dirty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200" dirty="0"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–</a:t>
                      </a:r>
                      <a:endParaRPr lang="ru-RU" sz="1400" dirty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215" algn="l"/>
                        </a:tabLst>
                      </a:pPr>
                      <a:r>
                        <a:rPr lang="ru-RU" sz="1200" dirty="0">
                          <a:effectLst/>
                          <a:latin typeface="Helvetica" panose="020B0604020202020204" pitchFamily="34" charset="0"/>
                          <a:ea typeface="Calibri" panose="020F0502020204030204" pitchFamily="34" charset="0"/>
                          <a:cs typeface="Helvetica" panose="020B0604020202020204" pitchFamily="34" charset="0"/>
                        </a:rPr>
                        <a:t>+</a:t>
                      </a:r>
                      <a:endParaRPr lang="ru-RU" sz="1400" dirty="0"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160542"/>
                  </a:ext>
                </a:extLst>
              </a:tr>
            </a:tbl>
          </a:graphicData>
        </a:graphic>
      </p:graphicFrame>
      <p:sp>
        <p:nvSpPr>
          <p:cNvPr id="7" name="Номер слайда 4">
            <a:extLst>
              <a:ext uri="{FF2B5EF4-FFF2-40B4-BE49-F238E27FC236}">
                <a16:creationId xmlns:a16="http://schemas.microsoft.com/office/drawing/2014/main" id="{DA5C2F03-D9C7-4403-85DC-EA13D6BF29FD}"/>
              </a:ext>
            </a:extLst>
          </p:cNvPr>
          <p:cNvSpPr txBox="1">
            <a:spLocks/>
          </p:cNvSpPr>
          <p:nvPr/>
        </p:nvSpPr>
        <p:spPr>
          <a:xfrm>
            <a:off x="8363040" y="4124297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5400" dirty="0">
                <a:latin typeface="Helvetica" panose="020B0604020202020204" pitchFamily="34" charset="0"/>
                <a:cs typeface="Helvetica" panose="020B0604020202020204" pitchFamily="34" charset="0"/>
              </a:rPr>
              <a:t>4</a:t>
            </a:r>
            <a:endParaRPr lang="ru-KZ" sz="5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4" name="Google Shape;304;p35"/>
          <p:cNvCxnSpPr>
            <a:stCxn id="305" idx="1"/>
          </p:cNvCxnSpPr>
          <p:nvPr/>
        </p:nvCxnSpPr>
        <p:spPr>
          <a:xfrm flipH="1">
            <a:off x="-1138148" y="2950131"/>
            <a:ext cx="8407529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6" name="Google Shape;306;p35"/>
          <p:cNvCxnSpPr>
            <a:stCxn id="307" idx="3"/>
          </p:cNvCxnSpPr>
          <p:nvPr/>
        </p:nvCxnSpPr>
        <p:spPr>
          <a:xfrm>
            <a:off x="1650975" y="1055675"/>
            <a:ext cx="80097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8" name="Google Shape;308;p35"/>
          <p:cNvSpPr txBox="1">
            <a:spLocks noGrp="1"/>
          </p:cNvSpPr>
          <p:nvPr>
            <p:ph type="title"/>
          </p:nvPr>
        </p:nvSpPr>
        <p:spPr>
          <a:xfrm>
            <a:off x="-20702" y="184108"/>
            <a:ext cx="224625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Функции</a:t>
            </a:r>
            <a:endParaRPr dirty="0"/>
          </a:p>
        </p:txBody>
      </p:sp>
      <p:sp>
        <p:nvSpPr>
          <p:cNvPr id="309" name="Google Shape;309;p35"/>
          <p:cNvSpPr txBox="1">
            <a:spLocks noGrp="1"/>
          </p:cNvSpPr>
          <p:nvPr>
            <p:ph type="subTitle" idx="3"/>
          </p:nvPr>
        </p:nvSpPr>
        <p:spPr>
          <a:xfrm>
            <a:off x="3318179" y="3409117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ru-RU" dirty="0"/>
              <a:t>сохранение и восстановление данных</a:t>
            </a:r>
            <a:endParaRPr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10" name="Google Shape;310;p35"/>
          <p:cNvSpPr txBox="1">
            <a:spLocks noGrp="1"/>
          </p:cNvSpPr>
          <p:nvPr>
            <p:ph type="subTitle" idx="1"/>
          </p:nvPr>
        </p:nvSpPr>
        <p:spPr>
          <a:xfrm>
            <a:off x="286816" y="1470106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ru-RU" dirty="0"/>
              <a:t> добавление и хранение данных о машинах (марка, модель, VIN)</a:t>
            </a:r>
            <a:endParaRPr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11" name="Google Shape;311;p35"/>
          <p:cNvSpPr txBox="1">
            <a:spLocks noGrp="1"/>
          </p:cNvSpPr>
          <p:nvPr>
            <p:ph type="subTitle" idx="2"/>
          </p:nvPr>
        </p:nvSpPr>
        <p:spPr>
          <a:xfrm>
            <a:off x="681075" y="3409117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ru-RU" dirty="0"/>
              <a:t>визуализация расходов, пробега и динамики затрат</a:t>
            </a:r>
            <a:endParaRPr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12" name="Google Shape;312;p35"/>
          <p:cNvSpPr txBox="1">
            <a:spLocks noGrp="1"/>
          </p:cNvSpPr>
          <p:nvPr>
            <p:ph type="subTitle" idx="4"/>
          </p:nvPr>
        </p:nvSpPr>
        <p:spPr>
          <a:xfrm>
            <a:off x="2923920" y="1467177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ru-RU" dirty="0"/>
              <a:t>фиксация расходов на топливо, расчёт среднего расхода</a:t>
            </a:r>
            <a:endParaRPr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07" name="Google Shape;307;p35"/>
          <p:cNvSpPr txBox="1">
            <a:spLocks noGrp="1"/>
          </p:cNvSpPr>
          <p:nvPr>
            <p:ph type="title" idx="5"/>
          </p:nvPr>
        </p:nvSpPr>
        <p:spPr>
          <a:xfrm>
            <a:off x="1285275" y="872825"/>
            <a:ext cx="365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" panose="020B0604020202020204" pitchFamily="34" charset="0"/>
                <a:cs typeface="Helvetica" panose="020B0604020202020204" pitchFamily="34" charset="0"/>
              </a:rPr>
              <a:t>01</a:t>
            </a:r>
            <a:endParaRPr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13" name="Google Shape;313;p35"/>
          <p:cNvSpPr txBox="1">
            <a:spLocks noGrp="1"/>
          </p:cNvSpPr>
          <p:nvPr>
            <p:ph type="title" idx="6"/>
          </p:nvPr>
        </p:nvSpPr>
        <p:spPr>
          <a:xfrm>
            <a:off x="4301913" y="2791078"/>
            <a:ext cx="365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Helvetica" panose="020B0604020202020204" pitchFamily="34" charset="0"/>
                <a:cs typeface="Helvetica" panose="020B0604020202020204" pitchFamily="34" charset="0"/>
              </a:rPr>
              <a:t>05</a:t>
            </a:r>
            <a:endParaRPr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14" name="Google Shape;314;p35"/>
          <p:cNvSpPr txBox="1">
            <a:spLocks noGrp="1"/>
          </p:cNvSpPr>
          <p:nvPr>
            <p:ph type="title" idx="7"/>
          </p:nvPr>
        </p:nvSpPr>
        <p:spPr>
          <a:xfrm>
            <a:off x="1650975" y="2751284"/>
            <a:ext cx="365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" panose="020B0604020202020204" pitchFamily="34" charset="0"/>
                <a:cs typeface="Helvetica" panose="020B0604020202020204" pitchFamily="34" charset="0"/>
              </a:rPr>
              <a:t>04</a:t>
            </a:r>
            <a:endParaRPr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15" name="Google Shape;315;p35"/>
          <p:cNvSpPr txBox="1">
            <a:spLocks noGrp="1"/>
          </p:cNvSpPr>
          <p:nvPr>
            <p:ph type="title" idx="8"/>
          </p:nvPr>
        </p:nvSpPr>
        <p:spPr>
          <a:xfrm>
            <a:off x="3936161" y="872825"/>
            <a:ext cx="365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" panose="020B0604020202020204" pitchFamily="34" charset="0"/>
                <a:cs typeface="Helvetica" panose="020B0604020202020204" pitchFamily="34" charset="0"/>
              </a:rPr>
              <a:t>02</a:t>
            </a:r>
            <a:endParaRPr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16" name="Google Shape;316;p35"/>
          <p:cNvSpPr txBox="1">
            <a:spLocks noGrp="1"/>
          </p:cNvSpPr>
          <p:nvPr>
            <p:ph type="subTitle" idx="9"/>
          </p:nvPr>
        </p:nvSpPr>
        <p:spPr>
          <a:xfrm>
            <a:off x="6199116" y="3409117"/>
            <a:ext cx="250622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ru-RU" dirty="0"/>
              <a:t>настройка тем, адаптивные экраны под разные устройства</a:t>
            </a:r>
            <a:endParaRPr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17" name="Google Shape;317;p35"/>
          <p:cNvSpPr txBox="1">
            <a:spLocks noGrp="1"/>
          </p:cNvSpPr>
          <p:nvPr>
            <p:ph type="subTitle" idx="13"/>
          </p:nvPr>
        </p:nvSpPr>
        <p:spPr>
          <a:xfrm>
            <a:off x="5933780" y="1740596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/>
            <a:r>
              <a:rPr lang="ru-RU" dirty="0"/>
              <a:t>ведение истории ТО с </a:t>
            </a:r>
            <a:r>
              <a:rPr lang="ru-RU" dirty="0" err="1"/>
              <a:t>фоточеками</a:t>
            </a:r>
            <a:r>
              <a:rPr lang="ru-RU" dirty="0"/>
              <a:t> и напоминаниями</a:t>
            </a:r>
            <a:endParaRPr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05" name="Google Shape;305;p35"/>
          <p:cNvSpPr txBox="1">
            <a:spLocks noGrp="1"/>
          </p:cNvSpPr>
          <p:nvPr>
            <p:ph type="title" idx="14"/>
          </p:nvPr>
        </p:nvSpPr>
        <p:spPr>
          <a:xfrm>
            <a:off x="7269381" y="2767281"/>
            <a:ext cx="365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" panose="020B0604020202020204" pitchFamily="34" charset="0"/>
                <a:cs typeface="Helvetica" panose="020B0604020202020204" pitchFamily="34" charset="0"/>
              </a:rPr>
              <a:t>06</a:t>
            </a:r>
            <a:endParaRPr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18" name="Google Shape;318;p35"/>
          <p:cNvSpPr txBox="1">
            <a:spLocks noGrp="1"/>
          </p:cNvSpPr>
          <p:nvPr>
            <p:ph type="title" idx="15"/>
          </p:nvPr>
        </p:nvSpPr>
        <p:spPr>
          <a:xfrm>
            <a:off x="6903681" y="872825"/>
            <a:ext cx="365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" panose="020B0604020202020204" pitchFamily="34" charset="0"/>
                <a:cs typeface="Helvetica" panose="020B0604020202020204" pitchFamily="34" charset="0"/>
              </a:rPr>
              <a:t>03</a:t>
            </a:r>
            <a:endParaRPr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19" name="Google Shape;319;p35"/>
          <p:cNvSpPr txBox="1">
            <a:spLocks noGrp="1"/>
          </p:cNvSpPr>
          <p:nvPr>
            <p:ph type="subTitle" idx="16"/>
          </p:nvPr>
        </p:nvSpPr>
        <p:spPr>
          <a:xfrm>
            <a:off x="315375" y="1249150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/>
            <a:r>
              <a:rPr lang="ru-RU" b="1" dirty="0"/>
              <a:t>Учёт автомобилей</a:t>
            </a:r>
            <a:endParaRPr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20" name="Google Shape;320;p35"/>
          <p:cNvSpPr txBox="1">
            <a:spLocks noGrp="1"/>
          </p:cNvSpPr>
          <p:nvPr>
            <p:ph type="subTitle" idx="17"/>
          </p:nvPr>
        </p:nvSpPr>
        <p:spPr>
          <a:xfrm>
            <a:off x="286816" y="3221624"/>
            <a:ext cx="27788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/>
            <a:r>
              <a:rPr lang="ru-RU" b="1" dirty="0" smtClean="0"/>
              <a:t>Аналитика и графики</a:t>
            </a:r>
            <a:endParaRPr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21" name="Google Shape;321;p35"/>
          <p:cNvSpPr txBox="1">
            <a:spLocks noGrp="1"/>
          </p:cNvSpPr>
          <p:nvPr>
            <p:ph type="subTitle" idx="18"/>
          </p:nvPr>
        </p:nvSpPr>
        <p:spPr>
          <a:xfrm>
            <a:off x="2923920" y="3221624"/>
            <a:ext cx="3121686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/>
            <a:r>
              <a:rPr lang="ru-RU" b="1" dirty="0"/>
              <a:t>Резервное копирование</a:t>
            </a:r>
            <a:endParaRPr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22" name="Google Shape;322;p35"/>
          <p:cNvSpPr txBox="1">
            <a:spLocks noGrp="1"/>
          </p:cNvSpPr>
          <p:nvPr>
            <p:ph type="subTitle" idx="19"/>
          </p:nvPr>
        </p:nvSpPr>
        <p:spPr>
          <a:xfrm>
            <a:off x="2885571" y="1249150"/>
            <a:ext cx="2466879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/>
            <a:r>
              <a:rPr lang="ru-RU" b="1" dirty="0"/>
              <a:t>Контроль заправок</a:t>
            </a:r>
            <a:endParaRPr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23" name="Google Shape;323;p35"/>
          <p:cNvSpPr txBox="1">
            <a:spLocks noGrp="1"/>
          </p:cNvSpPr>
          <p:nvPr>
            <p:ph type="subTitle" idx="20"/>
          </p:nvPr>
        </p:nvSpPr>
        <p:spPr>
          <a:xfrm>
            <a:off x="6184003" y="3221624"/>
            <a:ext cx="2536455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/>
            <a:r>
              <a:rPr lang="ru-RU" b="1" dirty="0"/>
              <a:t>Гибкий интерфейс</a:t>
            </a:r>
            <a:r>
              <a:rPr lang="ru-RU" dirty="0"/>
              <a:t> </a:t>
            </a:r>
            <a:endParaRPr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24" name="Google Shape;324;p35"/>
          <p:cNvSpPr txBox="1">
            <a:spLocks noGrp="1"/>
          </p:cNvSpPr>
          <p:nvPr>
            <p:ph type="subTitle" idx="21"/>
          </p:nvPr>
        </p:nvSpPr>
        <p:spPr>
          <a:xfrm>
            <a:off x="5444230" y="1560927"/>
            <a:ext cx="3284601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/>
            <a:r>
              <a:rPr lang="ru-RU" b="1" dirty="0" smtClean="0"/>
              <a:t>Записи о техническом обслуживании</a:t>
            </a:r>
            <a:endParaRPr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3" name="Номер слайда 4">
            <a:extLst>
              <a:ext uri="{FF2B5EF4-FFF2-40B4-BE49-F238E27FC236}">
                <a16:creationId xmlns:a16="http://schemas.microsoft.com/office/drawing/2014/main" id="{DA5C2F03-D9C7-4403-85DC-EA13D6BF29FD}"/>
              </a:ext>
            </a:extLst>
          </p:cNvPr>
          <p:cNvSpPr txBox="1">
            <a:spLocks/>
          </p:cNvSpPr>
          <p:nvPr/>
        </p:nvSpPr>
        <p:spPr>
          <a:xfrm>
            <a:off x="8367200" y="4058902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5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5</a:t>
            </a:r>
            <a:endParaRPr lang="ru-KZ" sz="5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1"/>
          <p:cNvSpPr txBox="1">
            <a:spLocks noGrp="1"/>
          </p:cNvSpPr>
          <p:nvPr>
            <p:ph type="title"/>
          </p:nvPr>
        </p:nvSpPr>
        <p:spPr>
          <a:xfrm>
            <a:off x="228794" y="259272"/>
            <a:ext cx="5197150" cy="15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latin typeface="Helvetica" panose="020B0604020202020204" pitchFamily="34" charset="0"/>
                <a:cs typeface="Helvetica" panose="020B0604020202020204" pitchFamily="34" charset="0"/>
              </a:rPr>
              <a:t>Архитектура приложения</a:t>
            </a:r>
            <a:endParaRPr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A5C2F03-D9C7-4403-85DC-EA13D6BF29FD}"/>
              </a:ext>
            </a:extLst>
          </p:cNvPr>
          <p:cNvSpPr txBox="1">
            <a:spLocks/>
          </p:cNvSpPr>
          <p:nvPr/>
        </p:nvSpPr>
        <p:spPr>
          <a:xfrm>
            <a:off x="8416380" y="4154777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5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6</a:t>
            </a:r>
            <a:endParaRPr lang="ru-KZ" sz="5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8" name="Рисунок 7"/>
          <p:cNvPicPr/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7836" b="94589" l="0" r="95369">
                        <a14:foregroundMark x1="46683" y1="20441" x2="30663" y2="35872"/>
                        <a14:foregroundMark x1="78098" y1="52305" x2="77222" y2="60321"/>
                        <a14:foregroundMark x1="49812" y1="75351" x2="43554" y2="87575"/>
                        <a14:foregroundMark x1="31665" y1="38277" x2="22403" y2="48096"/>
                        <a14:foregroundMark x1="27785" y1="56713" x2="45557" y2="42084"/>
                        <a14:foregroundMark x1="57071" y1="34068" x2="79224" y2="51703"/>
                        <a14:foregroundMark x1="56571" y1="80762" x2="78974" y2="66934"/>
                        <a14:foregroundMark x1="16145" y1="39279" x2="26658" y2="42485"/>
                        <a14:foregroundMark x1="21402" y1="41082" x2="1877" y2="53106"/>
                        <a14:foregroundMark x1="6258" y1="39679" x2="1877" y2="52305"/>
                        <a14:foregroundMark x1="6383" y1="39679" x2="23655" y2="42285"/>
                        <a14:foregroundMark x1="52816" y1="20040" x2="94368" y2="45691"/>
                        <a14:foregroundMark x1="501" y1="59519" x2="43429" y2="90381"/>
                        <a14:foregroundMark x1="43554" y1="90180" x2="48686" y2="93587"/>
                        <a14:foregroundMark x1="51189" y1="93186" x2="91990" y2="60922"/>
                        <a14:foregroundMark x1="94118" y1="45291" x2="92741" y2="73347"/>
                        <a14:foregroundMark x1="92866" y1="48497" x2="94618" y2="54509"/>
                        <a14:foregroundMark x1="91865" y1="69138" x2="94743" y2="54509"/>
                        <a14:foregroundMark x1="51690" y1="91784" x2="47559" y2="93387"/>
                        <a14:foregroundMark x1="41552" y1="19840" x2="58073" y2="20040"/>
                        <a14:foregroundMark x1="54944" y1="29459" x2="54944" y2="29459"/>
                        <a14:foregroundMark x1="54068" y1="22846" x2="48310" y2="18838"/>
                        <a14:backgroundMark x1="2253" y1="30862" x2="17897" y2="25050"/>
                        <a14:backgroundMark x1="4130" y1="36273" x2="0" y2="41884"/>
                        <a14:backgroundMark x1="1752" y1="45491" x2="0" y2="49900"/>
                        <a14:backgroundMark x1="8636" y1="74549" x2="32666" y2="92385"/>
                        <a14:backgroundMark x1="33166" y1="89178" x2="44305" y2="92585"/>
                        <a14:backgroundMark x1="375" y1="66333" x2="2378" y2="71743"/>
                        <a14:backgroundMark x1="69837" y1="86573" x2="85106" y2="85972"/>
                        <a14:backgroundMark x1="63329" y1="89980" x2="51314" y2="92986"/>
                      </a14:backgroundRemoval>
                    </a14:imgEffect>
                  </a14:imgLayer>
                </a14:imgProps>
              </a:ext>
            </a:extLst>
          </a:blip>
          <a:srcRect t="17905" r="3770" b="4421"/>
          <a:stretch/>
        </p:blipFill>
        <p:spPr bwMode="auto">
          <a:xfrm>
            <a:off x="1624761" y="861150"/>
            <a:ext cx="7233841" cy="353028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2"/>
          <p:cNvSpPr/>
          <p:nvPr/>
        </p:nvSpPr>
        <p:spPr>
          <a:xfrm>
            <a:off x="6299125" y="3005225"/>
            <a:ext cx="4263300" cy="4263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5" name="Google Shape;405;p42"/>
          <p:cNvGrpSpPr/>
          <p:nvPr/>
        </p:nvGrpSpPr>
        <p:grpSpPr>
          <a:xfrm>
            <a:off x="727375" y="-58057"/>
            <a:ext cx="7703400" cy="5194000"/>
            <a:chOff x="727425" y="-22625"/>
            <a:chExt cx="7703400" cy="5194000"/>
          </a:xfrm>
        </p:grpSpPr>
        <p:sp>
          <p:nvSpPr>
            <p:cNvPr id="406" name="Google Shape;406;p42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07" name="Google Shape;407;p42"/>
            <p:cNvCxnSpPr/>
            <p:nvPr/>
          </p:nvCxnSpPr>
          <p:spPr>
            <a:xfrm rot="10800000">
              <a:off x="727425" y="4608575"/>
              <a:ext cx="0" cy="562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8" name="Google Shape;408;p42"/>
            <p:cNvCxnSpPr/>
            <p:nvPr/>
          </p:nvCxnSpPr>
          <p:spPr>
            <a:xfrm rot="10800000">
              <a:off x="8430775" y="-22625"/>
              <a:ext cx="0" cy="562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09" name="Google Shape;409;p42"/>
          <p:cNvSpPr txBox="1">
            <a:spLocks noGrp="1"/>
          </p:cNvSpPr>
          <p:nvPr>
            <p:ph type="title"/>
          </p:nvPr>
        </p:nvSpPr>
        <p:spPr>
          <a:xfrm>
            <a:off x="-234268" y="-6750"/>
            <a:ext cx="9053316" cy="540175"/>
          </a:xfrm>
          <a:prstGeom prst="rect">
            <a:avLst/>
          </a:prstGeom>
          <a:noFill/>
          <a:ln w="1905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7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Алгоритм основного процесса работы приложения</a:t>
            </a:r>
            <a:endParaRPr sz="27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2" name="Рисунок 11"/>
          <p:cNvPicPr/>
          <p:nvPr/>
        </p:nvPicPr>
        <p:blipFill rotWithShape="1">
          <a:blip r:embed="rId3"/>
          <a:srcRect l="9981" t="6502" r="4430" b="40197"/>
          <a:stretch/>
        </p:blipFill>
        <p:spPr bwMode="auto">
          <a:xfrm>
            <a:off x="793487" y="549300"/>
            <a:ext cx="3922045" cy="399247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Рисунок 12"/>
          <p:cNvPicPr/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4971" b="99809" l="5712" r="99275">
                        <a14:foregroundMark x1="99275" y1="75908" x2="50680" y2="76769"/>
                        <a14:foregroundMark x1="79964" y1="76195" x2="52131" y2="99904"/>
                        <a14:foregroundMark x1="6709" y1="59273" x2="5802" y2="85468"/>
                        <a14:foregroundMark x1="8794" y1="55067" x2="95830" y2="54971"/>
                        <a14:backgroundMark x1="78785" y1="81262" x2="99637" y2="81740"/>
                        <a14:backgroundMark x1="79238" y1="81358" x2="54216" y2="99904"/>
                      </a14:backgroundRemoval>
                    </a14:imgEffect>
                  </a14:imgLayer>
                </a14:imgProps>
              </a:ext>
            </a:extLst>
          </a:blip>
          <a:srcRect l="9981" t="59790" r="4430" b="-1"/>
          <a:stretch/>
        </p:blipFill>
        <p:spPr bwMode="auto">
          <a:xfrm>
            <a:off x="4715583" y="556050"/>
            <a:ext cx="3657600" cy="341894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Номер слайда 4">
            <a:extLst>
              <a:ext uri="{FF2B5EF4-FFF2-40B4-BE49-F238E27FC236}">
                <a16:creationId xmlns:a16="http://schemas.microsoft.com/office/drawing/2014/main" id="{DA5C2F03-D9C7-4403-85DC-EA13D6BF29FD}"/>
              </a:ext>
            </a:extLst>
          </p:cNvPr>
          <p:cNvSpPr txBox="1">
            <a:spLocks/>
          </p:cNvSpPr>
          <p:nvPr/>
        </p:nvSpPr>
        <p:spPr>
          <a:xfrm>
            <a:off x="7890600" y="3819497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5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7</a:t>
            </a:r>
            <a:endParaRPr lang="ru-KZ" sz="5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97;p41"/>
          <p:cNvSpPr txBox="1">
            <a:spLocks noGrp="1"/>
          </p:cNvSpPr>
          <p:nvPr>
            <p:ph type="title"/>
          </p:nvPr>
        </p:nvSpPr>
        <p:spPr>
          <a:xfrm>
            <a:off x="181368" y="0"/>
            <a:ext cx="8442960" cy="55058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Алгоритм</a:t>
            </a:r>
            <a:r>
              <a:rPr lang="en-US" sz="2000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ru-RU" sz="2000" dirty="0" smtClean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добавления новой записи о техническом обслуживании</a:t>
            </a:r>
            <a:endParaRPr sz="20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6" name="Рисунок 5"/>
          <p:cNvPicPr/>
          <p:nvPr/>
        </p:nvPicPr>
        <p:blipFill rotWithShape="1">
          <a:blip r:embed="rId3"/>
          <a:srcRect l="4882" t="3564" r="15799" b="38212"/>
          <a:stretch/>
        </p:blipFill>
        <p:spPr bwMode="auto">
          <a:xfrm>
            <a:off x="744643" y="550580"/>
            <a:ext cx="4276723" cy="405164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Рисунок 7"/>
          <p:cNvPicPr/>
          <p:nvPr/>
        </p:nvPicPr>
        <p:blipFill rotWithShape="1">
          <a:blip r:embed="rId3"/>
          <a:srcRect l="22395" t="61667" r="3769" b="2215"/>
          <a:stretch/>
        </p:blipFill>
        <p:spPr bwMode="auto">
          <a:xfrm>
            <a:off x="5021366" y="550580"/>
            <a:ext cx="3404715" cy="247114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A5C2F03-D9C7-4403-85DC-EA13D6BF29FD}"/>
              </a:ext>
            </a:extLst>
          </p:cNvPr>
          <p:cNvSpPr txBox="1">
            <a:spLocks/>
          </p:cNvSpPr>
          <p:nvPr/>
        </p:nvSpPr>
        <p:spPr>
          <a:xfrm>
            <a:off x="7844880" y="3781397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5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8</a:t>
            </a:r>
            <a:endParaRPr lang="ru-KZ" sz="5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7"/>
          <p:cNvSpPr txBox="1">
            <a:spLocks noGrp="1"/>
          </p:cNvSpPr>
          <p:nvPr>
            <p:ph type="title"/>
          </p:nvPr>
        </p:nvSpPr>
        <p:spPr>
          <a:xfrm>
            <a:off x="295938" y="30132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latin typeface="Helvetica" panose="020B0604020202020204" pitchFamily="34" charset="0"/>
                <a:cs typeface="Helvetica" panose="020B0604020202020204" pitchFamily="34" charset="0"/>
              </a:rPr>
              <a:t>Средства разработки</a:t>
            </a:r>
            <a:endParaRPr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0" name="Номер слайда 4">
            <a:extLst>
              <a:ext uri="{FF2B5EF4-FFF2-40B4-BE49-F238E27FC236}">
                <a16:creationId xmlns:a16="http://schemas.microsoft.com/office/drawing/2014/main" id="{DA5C2F03-D9C7-4403-85DC-EA13D6BF29FD}"/>
              </a:ext>
            </a:extLst>
          </p:cNvPr>
          <p:cNvSpPr txBox="1">
            <a:spLocks/>
          </p:cNvSpPr>
          <p:nvPr/>
        </p:nvSpPr>
        <p:spPr>
          <a:xfrm>
            <a:off x="8370660" y="4088612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5400" dirty="0">
                <a:latin typeface="Helvetica" panose="020B0604020202020204" pitchFamily="34" charset="0"/>
                <a:cs typeface="Helvetica" panose="020B0604020202020204" pitchFamily="34" charset="0"/>
              </a:rPr>
              <a:t>9</a:t>
            </a:r>
            <a:endParaRPr lang="ru-KZ" sz="5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028" name="Picture 4" descr="https://avatars.mds.yandex.net/get-entity_search/122335/122531687/S600xU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0575" y="1339359"/>
            <a:ext cx="1648696" cy="780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40" b="11875"/>
          <a:stretch/>
        </p:blipFill>
        <p:spPr bwMode="auto">
          <a:xfrm>
            <a:off x="901563" y="3243901"/>
            <a:ext cx="1981914" cy="891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icture background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5004" y="1501484"/>
            <a:ext cx="2268342" cy="674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icture background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12" b="33004"/>
          <a:stretch/>
        </p:blipFill>
        <p:spPr bwMode="auto">
          <a:xfrm>
            <a:off x="773652" y="1548241"/>
            <a:ext cx="2237737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icture background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568"/>
          <a:stretch/>
        </p:blipFill>
        <p:spPr bwMode="auto">
          <a:xfrm>
            <a:off x="3345852" y="3243901"/>
            <a:ext cx="2366645" cy="541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Рисунок 15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13" t="7225" r="12872"/>
          <a:stretch/>
        </p:blipFill>
        <p:spPr>
          <a:xfrm>
            <a:off x="6633893" y="3132260"/>
            <a:ext cx="1242060" cy="10031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1"/>
          <p:cNvSpPr txBox="1">
            <a:spLocks noGrp="1"/>
          </p:cNvSpPr>
          <p:nvPr>
            <p:ph type="title"/>
          </p:nvPr>
        </p:nvSpPr>
        <p:spPr>
          <a:xfrm>
            <a:off x="304364" y="249383"/>
            <a:ext cx="3198300" cy="15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latin typeface="Helvetica" panose="020B0604020202020204" pitchFamily="34" charset="0"/>
                <a:cs typeface="Helvetica" panose="020B0604020202020204" pitchFamily="34" charset="0"/>
              </a:rPr>
              <a:t>Общая диаграмма экранов приложения</a:t>
            </a:r>
            <a:endParaRPr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8" name="Рисунок 7"/>
          <p:cNvPicPr>
            <a:picLocks noGrp="1"/>
          </p:cNvPicPr>
          <p:nvPr>
            <p:ph type="pic" idx="2"/>
          </p:nvPr>
        </p:nvPicPr>
        <p:blipFill rotWithShape="1">
          <a:blip r:embed="rId3"/>
          <a:srcRect l="1305" r="2606"/>
          <a:stretch/>
        </p:blipFill>
        <p:spPr>
          <a:xfrm>
            <a:off x="2730500" y="249383"/>
            <a:ext cx="6172200" cy="4662682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A5C2F03-D9C7-4403-85DC-EA13D6BF29FD}"/>
              </a:ext>
            </a:extLst>
          </p:cNvPr>
          <p:cNvSpPr txBox="1">
            <a:spLocks/>
          </p:cNvSpPr>
          <p:nvPr/>
        </p:nvSpPr>
        <p:spPr>
          <a:xfrm>
            <a:off x="8039190" y="4167662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5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10</a:t>
            </a:r>
            <a:endParaRPr lang="ru-KZ" sz="5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658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1"/>
          <p:cNvSpPr txBox="1">
            <a:spLocks noGrp="1"/>
          </p:cNvSpPr>
          <p:nvPr>
            <p:ph type="title"/>
          </p:nvPr>
        </p:nvSpPr>
        <p:spPr>
          <a:xfrm>
            <a:off x="236351" y="136027"/>
            <a:ext cx="3198300" cy="15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latin typeface="Helvetica" panose="020B0604020202020204" pitchFamily="34" charset="0"/>
                <a:cs typeface="Helvetica" panose="020B0604020202020204" pitchFamily="34" charset="0"/>
              </a:rPr>
              <a:t>Диаграмма экранов управления автомобилей</a:t>
            </a:r>
            <a:endParaRPr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A5C2F03-D9C7-4403-85DC-EA13D6BF29FD}"/>
              </a:ext>
            </a:extLst>
          </p:cNvPr>
          <p:cNvSpPr txBox="1">
            <a:spLocks/>
          </p:cNvSpPr>
          <p:nvPr/>
        </p:nvSpPr>
        <p:spPr>
          <a:xfrm>
            <a:off x="8076267" y="410601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5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11</a:t>
            </a:r>
            <a:endParaRPr lang="ru-KZ" sz="5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7" name="Рисунок 6"/>
          <p:cNvPicPr>
            <a:picLocks noGrp="1"/>
          </p:cNvPicPr>
          <p:nvPr>
            <p:ph type="pic" idx="2"/>
          </p:nvPr>
        </p:nvPicPr>
        <p:blipFill rotWithShape="1">
          <a:blip r:embed="rId3"/>
          <a:srcRect l="2125" r="2562" b="5411"/>
          <a:stretch/>
        </p:blipFill>
        <p:spPr bwMode="auto">
          <a:xfrm>
            <a:off x="2614731" y="256939"/>
            <a:ext cx="6287445" cy="3910723"/>
          </a:xfrm>
          <a:prstGeom prst="rect">
            <a:avLst/>
          </a:prstGeom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335197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1"/>
          <p:cNvSpPr txBox="1">
            <a:spLocks noGrp="1"/>
          </p:cNvSpPr>
          <p:nvPr>
            <p:ph type="title"/>
          </p:nvPr>
        </p:nvSpPr>
        <p:spPr>
          <a:xfrm>
            <a:off x="219154" y="249383"/>
            <a:ext cx="2569388" cy="15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latin typeface="Helvetica" panose="020B0604020202020204" pitchFamily="34" charset="0"/>
                <a:cs typeface="Helvetica" panose="020B0604020202020204" pitchFamily="34" charset="0"/>
              </a:rPr>
              <a:t>Диаграмма экранов технического обслуживания</a:t>
            </a:r>
            <a:endParaRPr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A5C2F03-D9C7-4403-85DC-EA13D6BF29FD}"/>
              </a:ext>
            </a:extLst>
          </p:cNvPr>
          <p:cNvSpPr txBox="1">
            <a:spLocks/>
          </p:cNvSpPr>
          <p:nvPr/>
        </p:nvSpPr>
        <p:spPr>
          <a:xfrm>
            <a:off x="8043756" y="4160105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5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12</a:t>
            </a:r>
            <a:endParaRPr lang="ru-KZ" sz="5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7" name="Рисунок 6"/>
          <p:cNvPicPr>
            <a:picLocks noGrp="1"/>
          </p:cNvPicPr>
          <p:nvPr>
            <p:ph type="pic" idx="2"/>
          </p:nvPr>
        </p:nvPicPr>
        <p:blipFill rotWithShape="1">
          <a:blip r:embed="rId3"/>
          <a:srcRect l="3981" t="5729" r="2987" b="9055"/>
          <a:stretch/>
        </p:blipFill>
        <p:spPr bwMode="auto">
          <a:xfrm>
            <a:off x="2735644" y="249383"/>
            <a:ext cx="6166532" cy="3910722"/>
          </a:xfrm>
          <a:prstGeom prst="rect">
            <a:avLst/>
          </a:prstGeom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816834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1"/>
          <p:cNvSpPr txBox="1">
            <a:spLocks noGrp="1"/>
          </p:cNvSpPr>
          <p:nvPr>
            <p:ph type="title"/>
          </p:nvPr>
        </p:nvSpPr>
        <p:spPr>
          <a:xfrm>
            <a:off x="304364" y="249383"/>
            <a:ext cx="2355709" cy="15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latin typeface="Helvetica" panose="020B0604020202020204" pitchFamily="34" charset="0"/>
                <a:cs typeface="Helvetica" panose="020B0604020202020204" pitchFamily="34" charset="0"/>
              </a:rPr>
              <a:t>Диаграмма экранов раздела с графиками</a:t>
            </a:r>
            <a:endParaRPr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A5C2F03-D9C7-4403-85DC-EA13D6BF29FD}"/>
              </a:ext>
            </a:extLst>
          </p:cNvPr>
          <p:cNvSpPr txBox="1">
            <a:spLocks/>
          </p:cNvSpPr>
          <p:nvPr/>
        </p:nvSpPr>
        <p:spPr>
          <a:xfrm>
            <a:off x="8051313" y="4160105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5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endParaRPr lang="ru-KZ" sz="5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6" name="Рисунок 5"/>
          <p:cNvPicPr>
            <a:picLocks noGrp="1"/>
          </p:cNvPicPr>
          <p:nvPr>
            <p:ph type="pic" idx="2"/>
          </p:nvPr>
        </p:nvPicPr>
        <p:blipFill rotWithShape="1">
          <a:blip r:embed="rId3"/>
          <a:srcRect l="1493" t="2204" r="1470"/>
          <a:stretch/>
        </p:blipFill>
        <p:spPr bwMode="auto">
          <a:xfrm>
            <a:off x="2315532" y="253123"/>
            <a:ext cx="6587936" cy="3906982"/>
          </a:xfrm>
          <a:prstGeom prst="rect">
            <a:avLst/>
          </a:prstGeom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57039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1"/>
          <p:cNvSpPr txBox="1">
            <a:spLocks noGrp="1"/>
          </p:cNvSpPr>
          <p:nvPr>
            <p:ph type="title"/>
          </p:nvPr>
        </p:nvSpPr>
        <p:spPr>
          <a:xfrm>
            <a:off x="236350" y="244158"/>
            <a:ext cx="4945249" cy="15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UML</a:t>
            </a:r>
            <a:r>
              <a:rPr lang="ru-RU" dirty="0">
                <a:latin typeface="Helvetica" panose="020B0604020202020204" pitchFamily="34" charset="0"/>
                <a:cs typeface="Helvetica" panose="020B0604020202020204" pitchFamily="34" charset="0"/>
              </a:rPr>
              <a:t> диаграмма классов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Android </a:t>
            </a:r>
            <a:r>
              <a:rPr lang="ru-RU" dirty="0">
                <a:latin typeface="Helvetica" panose="020B0604020202020204" pitchFamily="34" charset="0"/>
                <a:cs typeface="Helvetica" panose="020B0604020202020204" pitchFamily="34" charset="0"/>
              </a:rPr>
              <a:t>приложения</a:t>
            </a:r>
            <a:endParaRPr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A5C2F03-D9C7-4403-85DC-EA13D6BF29FD}"/>
              </a:ext>
            </a:extLst>
          </p:cNvPr>
          <p:cNvSpPr txBox="1">
            <a:spLocks/>
          </p:cNvSpPr>
          <p:nvPr/>
        </p:nvSpPr>
        <p:spPr>
          <a:xfrm>
            <a:off x="8014472" y="4154777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5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14</a:t>
            </a:r>
            <a:endParaRPr lang="ru-KZ" sz="5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5" name="Рисунок 14"/>
          <p:cNvPicPr>
            <a:picLocks noGrp="1" noChangeAspect="1"/>
          </p:cNvPicPr>
          <p:nvPr>
            <p:ph type="pic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8" r="3077" b="1518"/>
          <a:stretch/>
        </p:blipFill>
        <p:spPr>
          <a:xfrm>
            <a:off x="647699" y="1327158"/>
            <a:ext cx="8097273" cy="2827619"/>
          </a:xfrm>
        </p:spPr>
      </p:pic>
    </p:spTree>
    <p:extLst>
      <p:ext uri="{BB962C8B-B14F-4D97-AF65-F5344CB8AC3E}">
        <p14:creationId xmlns:p14="http://schemas.microsoft.com/office/powerpoint/2010/main" val="1276979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59"/>
          <p:cNvSpPr txBox="1">
            <a:spLocks noGrp="1"/>
          </p:cNvSpPr>
          <p:nvPr>
            <p:ph type="title"/>
          </p:nvPr>
        </p:nvSpPr>
        <p:spPr>
          <a:xfrm>
            <a:off x="325626" y="1533000"/>
            <a:ext cx="3024900" cy="64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Демонстрация экранов приложения</a:t>
            </a:r>
            <a:endParaRPr dirty="0"/>
          </a:p>
        </p:txBody>
      </p:sp>
      <p:grpSp>
        <p:nvGrpSpPr>
          <p:cNvPr id="847" name="Google Shape;847;p59"/>
          <p:cNvGrpSpPr/>
          <p:nvPr/>
        </p:nvGrpSpPr>
        <p:grpSpPr>
          <a:xfrm>
            <a:off x="5756781" y="380999"/>
            <a:ext cx="2259460" cy="4364241"/>
            <a:chOff x="5120779" y="818439"/>
            <a:chExt cx="1836564" cy="3437000"/>
          </a:xfrm>
        </p:grpSpPr>
        <p:sp>
          <p:nvSpPr>
            <p:cNvPr id="848" name="Google Shape;848;p59"/>
            <p:cNvSpPr/>
            <p:nvPr/>
          </p:nvSpPr>
          <p:spPr>
            <a:xfrm>
              <a:off x="5120779" y="818439"/>
              <a:ext cx="1836564" cy="3437000"/>
            </a:xfrm>
            <a:custGeom>
              <a:avLst/>
              <a:gdLst/>
              <a:ahLst/>
              <a:cxnLst/>
              <a:rect l="l" t="t" r="r" b="b"/>
              <a:pathLst>
                <a:path w="37357" h="69911" extrusionOk="0">
                  <a:moveTo>
                    <a:pt x="3283" y="0"/>
                  </a:moveTo>
                  <a:cubicBezTo>
                    <a:pt x="1520" y="0"/>
                    <a:pt x="1" y="1520"/>
                    <a:pt x="1" y="3435"/>
                  </a:cubicBezTo>
                  <a:lnTo>
                    <a:pt x="1" y="66627"/>
                  </a:lnTo>
                  <a:cubicBezTo>
                    <a:pt x="1" y="68390"/>
                    <a:pt x="1520" y="69910"/>
                    <a:pt x="3283" y="69910"/>
                  </a:cubicBezTo>
                  <a:lnTo>
                    <a:pt x="34074" y="69910"/>
                  </a:lnTo>
                  <a:cubicBezTo>
                    <a:pt x="35837" y="69910"/>
                    <a:pt x="37357" y="68390"/>
                    <a:pt x="37357" y="66627"/>
                  </a:cubicBezTo>
                  <a:lnTo>
                    <a:pt x="37357" y="3435"/>
                  </a:lnTo>
                  <a:cubicBezTo>
                    <a:pt x="37357" y="1520"/>
                    <a:pt x="35837" y="0"/>
                    <a:pt x="34074" y="0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59"/>
            <p:cNvSpPr/>
            <p:nvPr/>
          </p:nvSpPr>
          <p:spPr>
            <a:xfrm>
              <a:off x="5819675" y="947325"/>
              <a:ext cx="438600" cy="723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59"/>
            <p:cNvSpPr/>
            <p:nvPr/>
          </p:nvSpPr>
          <p:spPr>
            <a:xfrm>
              <a:off x="5878713" y="3874400"/>
              <a:ext cx="320700" cy="2673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847;p59"/>
          <p:cNvGrpSpPr/>
          <p:nvPr/>
        </p:nvGrpSpPr>
        <p:grpSpPr>
          <a:xfrm>
            <a:off x="3256153" y="380999"/>
            <a:ext cx="2259460" cy="4364241"/>
            <a:chOff x="5120779" y="818439"/>
            <a:chExt cx="1836564" cy="3437000"/>
          </a:xfrm>
        </p:grpSpPr>
        <p:sp>
          <p:nvSpPr>
            <p:cNvPr id="19" name="Google Shape;848;p59"/>
            <p:cNvSpPr/>
            <p:nvPr/>
          </p:nvSpPr>
          <p:spPr>
            <a:xfrm>
              <a:off x="5120779" y="818439"/>
              <a:ext cx="1836564" cy="3437000"/>
            </a:xfrm>
            <a:custGeom>
              <a:avLst/>
              <a:gdLst/>
              <a:ahLst/>
              <a:cxnLst/>
              <a:rect l="l" t="t" r="r" b="b"/>
              <a:pathLst>
                <a:path w="37357" h="69911" extrusionOk="0">
                  <a:moveTo>
                    <a:pt x="3283" y="0"/>
                  </a:moveTo>
                  <a:cubicBezTo>
                    <a:pt x="1520" y="0"/>
                    <a:pt x="1" y="1520"/>
                    <a:pt x="1" y="3435"/>
                  </a:cubicBezTo>
                  <a:lnTo>
                    <a:pt x="1" y="66627"/>
                  </a:lnTo>
                  <a:cubicBezTo>
                    <a:pt x="1" y="68390"/>
                    <a:pt x="1520" y="69910"/>
                    <a:pt x="3283" y="69910"/>
                  </a:cubicBezTo>
                  <a:lnTo>
                    <a:pt x="34074" y="69910"/>
                  </a:lnTo>
                  <a:cubicBezTo>
                    <a:pt x="35837" y="69910"/>
                    <a:pt x="37357" y="68390"/>
                    <a:pt x="37357" y="66627"/>
                  </a:cubicBezTo>
                  <a:lnTo>
                    <a:pt x="37357" y="3435"/>
                  </a:lnTo>
                  <a:cubicBezTo>
                    <a:pt x="37357" y="1520"/>
                    <a:pt x="35837" y="0"/>
                    <a:pt x="34074" y="0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849;p59"/>
            <p:cNvSpPr/>
            <p:nvPr/>
          </p:nvSpPr>
          <p:spPr>
            <a:xfrm>
              <a:off x="5819675" y="947325"/>
              <a:ext cx="438600" cy="723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850;p59"/>
            <p:cNvSpPr/>
            <p:nvPr/>
          </p:nvSpPr>
          <p:spPr>
            <a:xfrm>
              <a:off x="5878713" y="3874400"/>
              <a:ext cx="320700" cy="2673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Номер слайда 4">
            <a:extLst>
              <a:ext uri="{FF2B5EF4-FFF2-40B4-BE49-F238E27FC236}">
                <a16:creationId xmlns:a16="http://schemas.microsoft.com/office/drawing/2014/main" id="{DA5C2F03-D9C7-4403-85DC-EA13D6BF29FD}"/>
              </a:ext>
            </a:extLst>
          </p:cNvPr>
          <p:cNvSpPr txBox="1">
            <a:spLocks/>
          </p:cNvSpPr>
          <p:nvPr/>
        </p:nvSpPr>
        <p:spPr>
          <a:xfrm>
            <a:off x="8016241" y="407884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5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15</a:t>
            </a:r>
            <a:endParaRPr lang="ru-KZ" sz="5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2" name="Рисунок 21"/>
          <p:cNvPicPr/>
          <p:nvPr/>
        </p:nvPicPr>
        <p:blipFill rotWithShape="1">
          <a:blip r:embed="rId3"/>
          <a:srcRect t="-32"/>
          <a:stretch/>
        </p:blipFill>
        <p:spPr bwMode="auto">
          <a:xfrm>
            <a:off x="3350526" y="453210"/>
            <a:ext cx="2099838" cy="421981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6" name="Рисунок 25"/>
          <p:cNvPicPr/>
          <p:nvPr/>
        </p:nvPicPr>
        <p:blipFill>
          <a:blip r:embed="rId4"/>
          <a:stretch>
            <a:fillRect/>
          </a:stretch>
        </p:blipFill>
        <p:spPr>
          <a:xfrm>
            <a:off x="5871808" y="453210"/>
            <a:ext cx="2051341" cy="42198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59"/>
          <p:cNvSpPr txBox="1">
            <a:spLocks noGrp="1"/>
          </p:cNvSpPr>
          <p:nvPr>
            <p:ph type="title"/>
          </p:nvPr>
        </p:nvSpPr>
        <p:spPr>
          <a:xfrm>
            <a:off x="325626" y="1533000"/>
            <a:ext cx="3024900" cy="64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Демонстрация экранов приложения</a:t>
            </a:r>
            <a:endParaRPr dirty="0"/>
          </a:p>
        </p:txBody>
      </p:sp>
      <p:grpSp>
        <p:nvGrpSpPr>
          <p:cNvPr id="847" name="Google Shape;847;p59"/>
          <p:cNvGrpSpPr/>
          <p:nvPr/>
        </p:nvGrpSpPr>
        <p:grpSpPr>
          <a:xfrm>
            <a:off x="5756781" y="380999"/>
            <a:ext cx="2259460" cy="4364241"/>
            <a:chOff x="5120779" y="818439"/>
            <a:chExt cx="1836564" cy="3437000"/>
          </a:xfrm>
        </p:grpSpPr>
        <p:sp>
          <p:nvSpPr>
            <p:cNvPr id="848" name="Google Shape;848;p59"/>
            <p:cNvSpPr/>
            <p:nvPr/>
          </p:nvSpPr>
          <p:spPr>
            <a:xfrm>
              <a:off x="5120779" y="818439"/>
              <a:ext cx="1836564" cy="3437000"/>
            </a:xfrm>
            <a:custGeom>
              <a:avLst/>
              <a:gdLst/>
              <a:ahLst/>
              <a:cxnLst/>
              <a:rect l="l" t="t" r="r" b="b"/>
              <a:pathLst>
                <a:path w="37357" h="69911" extrusionOk="0">
                  <a:moveTo>
                    <a:pt x="3283" y="0"/>
                  </a:moveTo>
                  <a:cubicBezTo>
                    <a:pt x="1520" y="0"/>
                    <a:pt x="1" y="1520"/>
                    <a:pt x="1" y="3435"/>
                  </a:cubicBezTo>
                  <a:lnTo>
                    <a:pt x="1" y="66627"/>
                  </a:lnTo>
                  <a:cubicBezTo>
                    <a:pt x="1" y="68390"/>
                    <a:pt x="1520" y="69910"/>
                    <a:pt x="3283" y="69910"/>
                  </a:cubicBezTo>
                  <a:lnTo>
                    <a:pt x="34074" y="69910"/>
                  </a:lnTo>
                  <a:cubicBezTo>
                    <a:pt x="35837" y="69910"/>
                    <a:pt x="37357" y="68390"/>
                    <a:pt x="37357" y="66627"/>
                  </a:cubicBezTo>
                  <a:lnTo>
                    <a:pt x="37357" y="3435"/>
                  </a:lnTo>
                  <a:cubicBezTo>
                    <a:pt x="37357" y="1520"/>
                    <a:pt x="35837" y="0"/>
                    <a:pt x="34074" y="0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59"/>
            <p:cNvSpPr/>
            <p:nvPr/>
          </p:nvSpPr>
          <p:spPr>
            <a:xfrm>
              <a:off x="5819675" y="947325"/>
              <a:ext cx="438600" cy="723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59"/>
            <p:cNvSpPr/>
            <p:nvPr/>
          </p:nvSpPr>
          <p:spPr>
            <a:xfrm>
              <a:off x="5878713" y="3874400"/>
              <a:ext cx="320700" cy="2673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847;p59"/>
          <p:cNvGrpSpPr/>
          <p:nvPr/>
        </p:nvGrpSpPr>
        <p:grpSpPr>
          <a:xfrm>
            <a:off x="3256153" y="380999"/>
            <a:ext cx="2259460" cy="4364241"/>
            <a:chOff x="5120779" y="818439"/>
            <a:chExt cx="1836564" cy="3437000"/>
          </a:xfrm>
        </p:grpSpPr>
        <p:sp>
          <p:nvSpPr>
            <p:cNvPr id="19" name="Google Shape;848;p59"/>
            <p:cNvSpPr/>
            <p:nvPr/>
          </p:nvSpPr>
          <p:spPr>
            <a:xfrm>
              <a:off x="5120779" y="818439"/>
              <a:ext cx="1836564" cy="3437000"/>
            </a:xfrm>
            <a:custGeom>
              <a:avLst/>
              <a:gdLst/>
              <a:ahLst/>
              <a:cxnLst/>
              <a:rect l="l" t="t" r="r" b="b"/>
              <a:pathLst>
                <a:path w="37357" h="69911" extrusionOk="0">
                  <a:moveTo>
                    <a:pt x="3283" y="0"/>
                  </a:moveTo>
                  <a:cubicBezTo>
                    <a:pt x="1520" y="0"/>
                    <a:pt x="1" y="1520"/>
                    <a:pt x="1" y="3435"/>
                  </a:cubicBezTo>
                  <a:lnTo>
                    <a:pt x="1" y="66627"/>
                  </a:lnTo>
                  <a:cubicBezTo>
                    <a:pt x="1" y="68390"/>
                    <a:pt x="1520" y="69910"/>
                    <a:pt x="3283" y="69910"/>
                  </a:cubicBezTo>
                  <a:lnTo>
                    <a:pt x="34074" y="69910"/>
                  </a:lnTo>
                  <a:cubicBezTo>
                    <a:pt x="35837" y="69910"/>
                    <a:pt x="37357" y="68390"/>
                    <a:pt x="37357" y="66627"/>
                  </a:cubicBezTo>
                  <a:lnTo>
                    <a:pt x="37357" y="3435"/>
                  </a:lnTo>
                  <a:cubicBezTo>
                    <a:pt x="37357" y="1520"/>
                    <a:pt x="35837" y="0"/>
                    <a:pt x="34074" y="0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849;p59"/>
            <p:cNvSpPr/>
            <p:nvPr/>
          </p:nvSpPr>
          <p:spPr>
            <a:xfrm>
              <a:off x="5819675" y="947325"/>
              <a:ext cx="438600" cy="723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850;p59"/>
            <p:cNvSpPr/>
            <p:nvPr/>
          </p:nvSpPr>
          <p:spPr>
            <a:xfrm>
              <a:off x="5878713" y="3874400"/>
              <a:ext cx="320700" cy="2673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Номер слайда 4">
            <a:extLst>
              <a:ext uri="{FF2B5EF4-FFF2-40B4-BE49-F238E27FC236}">
                <a16:creationId xmlns:a16="http://schemas.microsoft.com/office/drawing/2014/main" id="{DA5C2F03-D9C7-4403-85DC-EA13D6BF29FD}"/>
              </a:ext>
            </a:extLst>
          </p:cNvPr>
          <p:cNvSpPr txBox="1">
            <a:spLocks/>
          </p:cNvSpPr>
          <p:nvPr/>
        </p:nvSpPr>
        <p:spPr>
          <a:xfrm>
            <a:off x="8016241" y="407884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5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16</a:t>
            </a:r>
            <a:endParaRPr lang="ru-KZ" sz="5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2" name="Рисунок 21"/>
          <p:cNvPicPr/>
          <p:nvPr/>
        </p:nvPicPr>
        <p:blipFill rotWithShape="1">
          <a:blip r:embed="rId3"/>
          <a:srcRect b="53045"/>
          <a:stretch/>
        </p:blipFill>
        <p:spPr>
          <a:xfrm>
            <a:off x="3325009" y="478060"/>
            <a:ext cx="2121535" cy="4122757"/>
          </a:xfrm>
          <a:prstGeom prst="rect">
            <a:avLst/>
          </a:prstGeom>
        </p:spPr>
      </p:pic>
      <p:pic>
        <p:nvPicPr>
          <p:cNvPr id="24" name="Рисунок 23"/>
          <p:cNvPicPr/>
          <p:nvPr/>
        </p:nvPicPr>
        <p:blipFill rotWithShape="1">
          <a:blip r:embed="rId3"/>
          <a:srcRect t="52311"/>
          <a:stretch/>
        </p:blipFill>
        <p:spPr>
          <a:xfrm>
            <a:off x="5825637" y="498764"/>
            <a:ext cx="2121535" cy="4179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649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59"/>
          <p:cNvSpPr txBox="1">
            <a:spLocks noGrp="1"/>
          </p:cNvSpPr>
          <p:nvPr>
            <p:ph type="title"/>
          </p:nvPr>
        </p:nvSpPr>
        <p:spPr>
          <a:xfrm>
            <a:off x="325626" y="1533000"/>
            <a:ext cx="3024900" cy="64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Демонстрация экранов приложения</a:t>
            </a:r>
            <a:endParaRPr dirty="0"/>
          </a:p>
        </p:txBody>
      </p:sp>
      <p:grpSp>
        <p:nvGrpSpPr>
          <p:cNvPr id="847" name="Google Shape;847;p59"/>
          <p:cNvGrpSpPr/>
          <p:nvPr/>
        </p:nvGrpSpPr>
        <p:grpSpPr>
          <a:xfrm>
            <a:off x="5756781" y="380999"/>
            <a:ext cx="2259460" cy="4364241"/>
            <a:chOff x="5120779" y="818439"/>
            <a:chExt cx="1836564" cy="3437000"/>
          </a:xfrm>
        </p:grpSpPr>
        <p:sp>
          <p:nvSpPr>
            <p:cNvPr id="848" name="Google Shape;848;p59"/>
            <p:cNvSpPr/>
            <p:nvPr/>
          </p:nvSpPr>
          <p:spPr>
            <a:xfrm>
              <a:off x="5120779" y="818439"/>
              <a:ext cx="1836564" cy="3437000"/>
            </a:xfrm>
            <a:custGeom>
              <a:avLst/>
              <a:gdLst/>
              <a:ahLst/>
              <a:cxnLst/>
              <a:rect l="l" t="t" r="r" b="b"/>
              <a:pathLst>
                <a:path w="37357" h="69911" extrusionOk="0">
                  <a:moveTo>
                    <a:pt x="3283" y="0"/>
                  </a:moveTo>
                  <a:cubicBezTo>
                    <a:pt x="1520" y="0"/>
                    <a:pt x="1" y="1520"/>
                    <a:pt x="1" y="3435"/>
                  </a:cubicBezTo>
                  <a:lnTo>
                    <a:pt x="1" y="66627"/>
                  </a:lnTo>
                  <a:cubicBezTo>
                    <a:pt x="1" y="68390"/>
                    <a:pt x="1520" y="69910"/>
                    <a:pt x="3283" y="69910"/>
                  </a:cubicBezTo>
                  <a:lnTo>
                    <a:pt x="34074" y="69910"/>
                  </a:lnTo>
                  <a:cubicBezTo>
                    <a:pt x="35837" y="69910"/>
                    <a:pt x="37357" y="68390"/>
                    <a:pt x="37357" y="66627"/>
                  </a:cubicBezTo>
                  <a:lnTo>
                    <a:pt x="37357" y="3435"/>
                  </a:lnTo>
                  <a:cubicBezTo>
                    <a:pt x="37357" y="1520"/>
                    <a:pt x="35837" y="0"/>
                    <a:pt x="34074" y="0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59"/>
            <p:cNvSpPr/>
            <p:nvPr/>
          </p:nvSpPr>
          <p:spPr>
            <a:xfrm>
              <a:off x="5819675" y="947325"/>
              <a:ext cx="438600" cy="723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59"/>
            <p:cNvSpPr/>
            <p:nvPr/>
          </p:nvSpPr>
          <p:spPr>
            <a:xfrm>
              <a:off x="5878713" y="3874400"/>
              <a:ext cx="320700" cy="2673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847;p59"/>
          <p:cNvGrpSpPr/>
          <p:nvPr/>
        </p:nvGrpSpPr>
        <p:grpSpPr>
          <a:xfrm>
            <a:off x="3256153" y="380999"/>
            <a:ext cx="2259460" cy="4364241"/>
            <a:chOff x="5120779" y="818439"/>
            <a:chExt cx="1836564" cy="3437000"/>
          </a:xfrm>
        </p:grpSpPr>
        <p:sp>
          <p:nvSpPr>
            <p:cNvPr id="19" name="Google Shape;848;p59"/>
            <p:cNvSpPr/>
            <p:nvPr/>
          </p:nvSpPr>
          <p:spPr>
            <a:xfrm>
              <a:off x="5120779" y="818439"/>
              <a:ext cx="1836564" cy="3437000"/>
            </a:xfrm>
            <a:custGeom>
              <a:avLst/>
              <a:gdLst/>
              <a:ahLst/>
              <a:cxnLst/>
              <a:rect l="l" t="t" r="r" b="b"/>
              <a:pathLst>
                <a:path w="37357" h="69911" extrusionOk="0">
                  <a:moveTo>
                    <a:pt x="3283" y="0"/>
                  </a:moveTo>
                  <a:cubicBezTo>
                    <a:pt x="1520" y="0"/>
                    <a:pt x="1" y="1520"/>
                    <a:pt x="1" y="3435"/>
                  </a:cubicBezTo>
                  <a:lnTo>
                    <a:pt x="1" y="66627"/>
                  </a:lnTo>
                  <a:cubicBezTo>
                    <a:pt x="1" y="68390"/>
                    <a:pt x="1520" y="69910"/>
                    <a:pt x="3283" y="69910"/>
                  </a:cubicBezTo>
                  <a:lnTo>
                    <a:pt x="34074" y="69910"/>
                  </a:lnTo>
                  <a:cubicBezTo>
                    <a:pt x="35837" y="69910"/>
                    <a:pt x="37357" y="68390"/>
                    <a:pt x="37357" y="66627"/>
                  </a:cubicBezTo>
                  <a:lnTo>
                    <a:pt x="37357" y="3435"/>
                  </a:lnTo>
                  <a:cubicBezTo>
                    <a:pt x="37357" y="1520"/>
                    <a:pt x="35837" y="0"/>
                    <a:pt x="34074" y="0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849;p59"/>
            <p:cNvSpPr/>
            <p:nvPr/>
          </p:nvSpPr>
          <p:spPr>
            <a:xfrm>
              <a:off x="5819675" y="947325"/>
              <a:ext cx="438600" cy="723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850;p59"/>
            <p:cNvSpPr/>
            <p:nvPr/>
          </p:nvSpPr>
          <p:spPr>
            <a:xfrm>
              <a:off x="5878713" y="3874400"/>
              <a:ext cx="320700" cy="2673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Номер слайда 4">
            <a:extLst>
              <a:ext uri="{FF2B5EF4-FFF2-40B4-BE49-F238E27FC236}">
                <a16:creationId xmlns:a16="http://schemas.microsoft.com/office/drawing/2014/main" id="{DA5C2F03-D9C7-4403-85DC-EA13D6BF29FD}"/>
              </a:ext>
            </a:extLst>
          </p:cNvPr>
          <p:cNvSpPr txBox="1">
            <a:spLocks/>
          </p:cNvSpPr>
          <p:nvPr/>
        </p:nvSpPr>
        <p:spPr>
          <a:xfrm>
            <a:off x="8016241" y="407884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5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17</a:t>
            </a:r>
            <a:endParaRPr lang="ru-KZ" sz="5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2" name="Рисунок 21"/>
          <p:cNvPicPr/>
          <p:nvPr/>
        </p:nvPicPr>
        <p:blipFill rotWithShape="1">
          <a:blip r:embed="rId3"/>
          <a:srcRect b="51689"/>
          <a:stretch/>
        </p:blipFill>
        <p:spPr>
          <a:xfrm>
            <a:off x="3304565" y="474897"/>
            <a:ext cx="2162424" cy="4173960"/>
          </a:xfrm>
          <a:prstGeom prst="rect">
            <a:avLst/>
          </a:prstGeom>
        </p:spPr>
      </p:pic>
      <p:pic>
        <p:nvPicPr>
          <p:cNvPr id="24" name="Рисунок 23"/>
          <p:cNvPicPr/>
          <p:nvPr/>
        </p:nvPicPr>
        <p:blipFill rotWithShape="1">
          <a:blip r:embed="rId3"/>
          <a:srcRect t="50129"/>
          <a:stretch/>
        </p:blipFill>
        <p:spPr>
          <a:xfrm>
            <a:off x="5804504" y="481167"/>
            <a:ext cx="2163802" cy="416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556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59"/>
          <p:cNvSpPr txBox="1">
            <a:spLocks noGrp="1"/>
          </p:cNvSpPr>
          <p:nvPr>
            <p:ph type="title"/>
          </p:nvPr>
        </p:nvSpPr>
        <p:spPr>
          <a:xfrm>
            <a:off x="325626" y="1533000"/>
            <a:ext cx="3024900" cy="64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Демонстрация экранов приложения</a:t>
            </a:r>
            <a:endParaRPr dirty="0"/>
          </a:p>
        </p:txBody>
      </p:sp>
      <p:grpSp>
        <p:nvGrpSpPr>
          <p:cNvPr id="847" name="Google Shape;847;p59"/>
          <p:cNvGrpSpPr/>
          <p:nvPr/>
        </p:nvGrpSpPr>
        <p:grpSpPr>
          <a:xfrm>
            <a:off x="5756781" y="380999"/>
            <a:ext cx="2259460" cy="4364241"/>
            <a:chOff x="5120779" y="818439"/>
            <a:chExt cx="1836564" cy="3437000"/>
          </a:xfrm>
        </p:grpSpPr>
        <p:sp>
          <p:nvSpPr>
            <p:cNvPr id="848" name="Google Shape;848;p59"/>
            <p:cNvSpPr/>
            <p:nvPr/>
          </p:nvSpPr>
          <p:spPr>
            <a:xfrm>
              <a:off x="5120779" y="818439"/>
              <a:ext cx="1836564" cy="3437000"/>
            </a:xfrm>
            <a:custGeom>
              <a:avLst/>
              <a:gdLst/>
              <a:ahLst/>
              <a:cxnLst/>
              <a:rect l="l" t="t" r="r" b="b"/>
              <a:pathLst>
                <a:path w="37357" h="69911" extrusionOk="0">
                  <a:moveTo>
                    <a:pt x="3283" y="0"/>
                  </a:moveTo>
                  <a:cubicBezTo>
                    <a:pt x="1520" y="0"/>
                    <a:pt x="1" y="1520"/>
                    <a:pt x="1" y="3435"/>
                  </a:cubicBezTo>
                  <a:lnTo>
                    <a:pt x="1" y="66627"/>
                  </a:lnTo>
                  <a:cubicBezTo>
                    <a:pt x="1" y="68390"/>
                    <a:pt x="1520" y="69910"/>
                    <a:pt x="3283" y="69910"/>
                  </a:cubicBezTo>
                  <a:lnTo>
                    <a:pt x="34074" y="69910"/>
                  </a:lnTo>
                  <a:cubicBezTo>
                    <a:pt x="35837" y="69910"/>
                    <a:pt x="37357" y="68390"/>
                    <a:pt x="37357" y="66627"/>
                  </a:cubicBezTo>
                  <a:lnTo>
                    <a:pt x="37357" y="3435"/>
                  </a:lnTo>
                  <a:cubicBezTo>
                    <a:pt x="37357" y="1520"/>
                    <a:pt x="35837" y="0"/>
                    <a:pt x="34074" y="0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59"/>
            <p:cNvSpPr/>
            <p:nvPr/>
          </p:nvSpPr>
          <p:spPr>
            <a:xfrm>
              <a:off x="5819675" y="947325"/>
              <a:ext cx="438600" cy="723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59"/>
            <p:cNvSpPr/>
            <p:nvPr/>
          </p:nvSpPr>
          <p:spPr>
            <a:xfrm>
              <a:off x="5878713" y="3874400"/>
              <a:ext cx="320700" cy="2673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847;p59"/>
          <p:cNvGrpSpPr/>
          <p:nvPr/>
        </p:nvGrpSpPr>
        <p:grpSpPr>
          <a:xfrm>
            <a:off x="3256153" y="380999"/>
            <a:ext cx="2259460" cy="4364241"/>
            <a:chOff x="5120779" y="818439"/>
            <a:chExt cx="1836564" cy="3437000"/>
          </a:xfrm>
        </p:grpSpPr>
        <p:sp>
          <p:nvSpPr>
            <p:cNvPr id="19" name="Google Shape;848;p59"/>
            <p:cNvSpPr/>
            <p:nvPr/>
          </p:nvSpPr>
          <p:spPr>
            <a:xfrm>
              <a:off x="5120779" y="818439"/>
              <a:ext cx="1836564" cy="3437000"/>
            </a:xfrm>
            <a:custGeom>
              <a:avLst/>
              <a:gdLst/>
              <a:ahLst/>
              <a:cxnLst/>
              <a:rect l="l" t="t" r="r" b="b"/>
              <a:pathLst>
                <a:path w="37357" h="69911" extrusionOk="0">
                  <a:moveTo>
                    <a:pt x="3283" y="0"/>
                  </a:moveTo>
                  <a:cubicBezTo>
                    <a:pt x="1520" y="0"/>
                    <a:pt x="1" y="1520"/>
                    <a:pt x="1" y="3435"/>
                  </a:cubicBezTo>
                  <a:lnTo>
                    <a:pt x="1" y="66627"/>
                  </a:lnTo>
                  <a:cubicBezTo>
                    <a:pt x="1" y="68390"/>
                    <a:pt x="1520" y="69910"/>
                    <a:pt x="3283" y="69910"/>
                  </a:cubicBezTo>
                  <a:lnTo>
                    <a:pt x="34074" y="69910"/>
                  </a:lnTo>
                  <a:cubicBezTo>
                    <a:pt x="35837" y="69910"/>
                    <a:pt x="37357" y="68390"/>
                    <a:pt x="37357" y="66627"/>
                  </a:cubicBezTo>
                  <a:lnTo>
                    <a:pt x="37357" y="3435"/>
                  </a:lnTo>
                  <a:cubicBezTo>
                    <a:pt x="37357" y="1520"/>
                    <a:pt x="35837" y="0"/>
                    <a:pt x="34074" y="0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849;p59"/>
            <p:cNvSpPr/>
            <p:nvPr/>
          </p:nvSpPr>
          <p:spPr>
            <a:xfrm>
              <a:off x="5819675" y="947325"/>
              <a:ext cx="438600" cy="723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850;p59"/>
            <p:cNvSpPr/>
            <p:nvPr/>
          </p:nvSpPr>
          <p:spPr>
            <a:xfrm>
              <a:off x="5878713" y="3874400"/>
              <a:ext cx="320700" cy="2673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Номер слайда 4">
            <a:extLst>
              <a:ext uri="{FF2B5EF4-FFF2-40B4-BE49-F238E27FC236}">
                <a16:creationId xmlns:a16="http://schemas.microsoft.com/office/drawing/2014/main" id="{DA5C2F03-D9C7-4403-85DC-EA13D6BF29FD}"/>
              </a:ext>
            </a:extLst>
          </p:cNvPr>
          <p:cNvSpPr txBox="1">
            <a:spLocks/>
          </p:cNvSpPr>
          <p:nvPr/>
        </p:nvSpPr>
        <p:spPr>
          <a:xfrm>
            <a:off x="8016241" y="407884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5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18</a:t>
            </a:r>
            <a:endParaRPr lang="ru-KZ" sz="5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2" name="Рисунок 21"/>
          <p:cNvPicPr/>
          <p:nvPr/>
        </p:nvPicPr>
        <p:blipFill>
          <a:blip r:embed="rId3"/>
          <a:stretch>
            <a:fillRect/>
          </a:stretch>
        </p:blipFill>
        <p:spPr>
          <a:xfrm>
            <a:off x="3370739" y="450013"/>
            <a:ext cx="2030076" cy="4226212"/>
          </a:xfrm>
          <a:prstGeom prst="rect">
            <a:avLst/>
          </a:prstGeom>
        </p:spPr>
      </p:pic>
      <p:pic>
        <p:nvPicPr>
          <p:cNvPr id="24" name="Рисунок 23"/>
          <p:cNvPicPr/>
          <p:nvPr/>
        </p:nvPicPr>
        <p:blipFill>
          <a:blip r:embed="rId4"/>
          <a:stretch>
            <a:fillRect/>
          </a:stretch>
        </p:blipFill>
        <p:spPr>
          <a:xfrm>
            <a:off x="5849185" y="450013"/>
            <a:ext cx="2074652" cy="4226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017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59"/>
          <p:cNvSpPr txBox="1">
            <a:spLocks noGrp="1"/>
          </p:cNvSpPr>
          <p:nvPr>
            <p:ph type="title"/>
          </p:nvPr>
        </p:nvSpPr>
        <p:spPr>
          <a:xfrm>
            <a:off x="325626" y="1533000"/>
            <a:ext cx="3024900" cy="64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Демонстрация экранов приложения</a:t>
            </a:r>
            <a:endParaRPr dirty="0"/>
          </a:p>
        </p:txBody>
      </p:sp>
      <p:grpSp>
        <p:nvGrpSpPr>
          <p:cNvPr id="847" name="Google Shape;847;p59"/>
          <p:cNvGrpSpPr/>
          <p:nvPr/>
        </p:nvGrpSpPr>
        <p:grpSpPr>
          <a:xfrm>
            <a:off x="5756781" y="380999"/>
            <a:ext cx="2259460" cy="4364241"/>
            <a:chOff x="5120779" y="818439"/>
            <a:chExt cx="1836564" cy="3437000"/>
          </a:xfrm>
        </p:grpSpPr>
        <p:sp>
          <p:nvSpPr>
            <p:cNvPr id="848" name="Google Shape;848;p59"/>
            <p:cNvSpPr/>
            <p:nvPr/>
          </p:nvSpPr>
          <p:spPr>
            <a:xfrm>
              <a:off x="5120779" y="818439"/>
              <a:ext cx="1836564" cy="3437000"/>
            </a:xfrm>
            <a:custGeom>
              <a:avLst/>
              <a:gdLst/>
              <a:ahLst/>
              <a:cxnLst/>
              <a:rect l="l" t="t" r="r" b="b"/>
              <a:pathLst>
                <a:path w="37357" h="69911" extrusionOk="0">
                  <a:moveTo>
                    <a:pt x="3283" y="0"/>
                  </a:moveTo>
                  <a:cubicBezTo>
                    <a:pt x="1520" y="0"/>
                    <a:pt x="1" y="1520"/>
                    <a:pt x="1" y="3435"/>
                  </a:cubicBezTo>
                  <a:lnTo>
                    <a:pt x="1" y="66627"/>
                  </a:lnTo>
                  <a:cubicBezTo>
                    <a:pt x="1" y="68390"/>
                    <a:pt x="1520" y="69910"/>
                    <a:pt x="3283" y="69910"/>
                  </a:cubicBezTo>
                  <a:lnTo>
                    <a:pt x="34074" y="69910"/>
                  </a:lnTo>
                  <a:cubicBezTo>
                    <a:pt x="35837" y="69910"/>
                    <a:pt x="37357" y="68390"/>
                    <a:pt x="37357" y="66627"/>
                  </a:cubicBezTo>
                  <a:lnTo>
                    <a:pt x="37357" y="3435"/>
                  </a:lnTo>
                  <a:cubicBezTo>
                    <a:pt x="37357" y="1520"/>
                    <a:pt x="35837" y="0"/>
                    <a:pt x="34074" y="0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59"/>
            <p:cNvSpPr/>
            <p:nvPr/>
          </p:nvSpPr>
          <p:spPr>
            <a:xfrm>
              <a:off x="5819675" y="947325"/>
              <a:ext cx="438600" cy="723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59"/>
            <p:cNvSpPr/>
            <p:nvPr/>
          </p:nvSpPr>
          <p:spPr>
            <a:xfrm>
              <a:off x="5878713" y="3874400"/>
              <a:ext cx="320700" cy="2673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847;p59"/>
          <p:cNvGrpSpPr/>
          <p:nvPr/>
        </p:nvGrpSpPr>
        <p:grpSpPr>
          <a:xfrm>
            <a:off x="3256153" y="380999"/>
            <a:ext cx="2259460" cy="4364241"/>
            <a:chOff x="5120779" y="818439"/>
            <a:chExt cx="1836564" cy="3437000"/>
          </a:xfrm>
        </p:grpSpPr>
        <p:sp>
          <p:nvSpPr>
            <p:cNvPr id="19" name="Google Shape;848;p59"/>
            <p:cNvSpPr/>
            <p:nvPr/>
          </p:nvSpPr>
          <p:spPr>
            <a:xfrm>
              <a:off x="5120779" y="818439"/>
              <a:ext cx="1836564" cy="3437000"/>
            </a:xfrm>
            <a:custGeom>
              <a:avLst/>
              <a:gdLst/>
              <a:ahLst/>
              <a:cxnLst/>
              <a:rect l="l" t="t" r="r" b="b"/>
              <a:pathLst>
                <a:path w="37357" h="69911" extrusionOk="0">
                  <a:moveTo>
                    <a:pt x="3283" y="0"/>
                  </a:moveTo>
                  <a:cubicBezTo>
                    <a:pt x="1520" y="0"/>
                    <a:pt x="1" y="1520"/>
                    <a:pt x="1" y="3435"/>
                  </a:cubicBezTo>
                  <a:lnTo>
                    <a:pt x="1" y="66627"/>
                  </a:lnTo>
                  <a:cubicBezTo>
                    <a:pt x="1" y="68390"/>
                    <a:pt x="1520" y="69910"/>
                    <a:pt x="3283" y="69910"/>
                  </a:cubicBezTo>
                  <a:lnTo>
                    <a:pt x="34074" y="69910"/>
                  </a:lnTo>
                  <a:cubicBezTo>
                    <a:pt x="35837" y="69910"/>
                    <a:pt x="37357" y="68390"/>
                    <a:pt x="37357" y="66627"/>
                  </a:cubicBezTo>
                  <a:lnTo>
                    <a:pt x="37357" y="3435"/>
                  </a:lnTo>
                  <a:cubicBezTo>
                    <a:pt x="37357" y="1520"/>
                    <a:pt x="35837" y="0"/>
                    <a:pt x="34074" y="0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849;p59"/>
            <p:cNvSpPr/>
            <p:nvPr/>
          </p:nvSpPr>
          <p:spPr>
            <a:xfrm>
              <a:off x="5819675" y="947325"/>
              <a:ext cx="438600" cy="723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850;p59"/>
            <p:cNvSpPr/>
            <p:nvPr/>
          </p:nvSpPr>
          <p:spPr>
            <a:xfrm>
              <a:off x="5878713" y="3874400"/>
              <a:ext cx="320700" cy="2673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Номер слайда 4">
            <a:extLst>
              <a:ext uri="{FF2B5EF4-FFF2-40B4-BE49-F238E27FC236}">
                <a16:creationId xmlns:a16="http://schemas.microsoft.com/office/drawing/2014/main" id="{DA5C2F03-D9C7-4403-85DC-EA13D6BF29FD}"/>
              </a:ext>
            </a:extLst>
          </p:cNvPr>
          <p:cNvSpPr txBox="1">
            <a:spLocks/>
          </p:cNvSpPr>
          <p:nvPr/>
        </p:nvSpPr>
        <p:spPr>
          <a:xfrm>
            <a:off x="8016241" y="407884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5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19</a:t>
            </a:r>
            <a:endParaRPr lang="ru-KZ" sz="5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5" name="Рисунок 24"/>
          <p:cNvPicPr/>
          <p:nvPr/>
        </p:nvPicPr>
        <p:blipFill>
          <a:blip r:embed="rId3"/>
          <a:stretch>
            <a:fillRect/>
          </a:stretch>
        </p:blipFill>
        <p:spPr>
          <a:xfrm>
            <a:off x="3350526" y="450013"/>
            <a:ext cx="2067861" cy="4226212"/>
          </a:xfrm>
          <a:prstGeom prst="rect">
            <a:avLst/>
          </a:prstGeom>
        </p:spPr>
      </p:pic>
      <p:pic>
        <p:nvPicPr>
          <p:cNvPr id="26" name="Рисунок 25"/>
          <p:cNvPicPr/>
          <p:nvPr/>
        </p:nvPicPr>
        <p:blipFill>
          <a:blip r:embed="rId4"/>
          <a:stretch>
            <a:fillRect/>
          </a:stretch>
        </p:blipFill>
        <p:spPr>
          <a:xfrm>
            <a:off x="5858638" y="450013"/>
            <a:ext cx="2055747" cy="4230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81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59"/>
          <p:cNvSpPr txBox="1">
            <a:spLocks noGrp="1"/>
          </p:cNvSpPr>
          <p:nvPr>
            <p:ph type="title"/>
          </p:nvPr>
        </p:nvSpPr>
        <p:spPr>
          <a:xfrm>
            <a:off x="325626" y="1533000"/>
            <a:ext cx="3024900" cy="64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Демонстрация экранов приложения</a:t>
            </a:r>
            <a:endParaRPr dirty="0"/>
          </a:p>
        </p:txBody>
      </p:sp>
      <p:grpSp>
        <p:nvGrpSpPr>
          <p:cNvPr id="847" name="Google Shape;847;p59"/>
          <p:cNvGrpSpPr/>
          <p:nvPr/>
        </p:nvGrpSpPr>
        <p:grpSpPr>
          <a:xfrm>
            <a:off x="5756781" y="380999"/>
            <a:ext cx="2259460" cy="4364241"/>
            <a:chOff x="5120779" y="818439"/>
            <a:chExt cx="1836564" cy="3437000"/>
          </a:xfrm>
        </p:grpSpPr>
        <p:sp>
          <p:nvSpPr>
            <p:cNvPr id="848" name="Google Shape;848;p59"/>
            <p:cNvSpPr/>
            <p:nvPr/>
          </p:nvSpPr>
          <p:spPr>
            <a:xfrm>
              <a:off x="5120779" y="818439"/>
              <a:ext cx="1836564" cy="3437000"/>
            </a:xfrm>
            <a:custGeom>
              <a:avLst/>
              <a:gdLst/>
              <a:ahLst/>
              <a:cxnLst/>
              <a:rect l="l" t="t" r="r" b="b"/>
              <a:pathLst>
                <a:path w="37357" h="69911" extrusionOk="0">
                  <a:moveTo>
                    <a:pt x="3283" y="0"/>
                  </a:moveTo>
                  <a:cubicBezTo>
                    <a:pt x="1520" y="0"/>
                    <a:pt x="1" y="1520"/>
                    <a:pt x="1" y="3435"/>
                  </a:cubicBezTo>
                  <a:lnTo>
                    <a:pt x="1" y="66627"/>
                  </a:lnTo>
                  <a:cubicBezTo>
                    <a:pt x="1" y="68390"/>
                    <a:pt x="1520" y="69910"/>
                    <a:pt x="3283" y="69910"/>
                  </a:cubicBezTo>
                  <a:lnTo>
                    <a:pt x="34074" y="69910"/>
                  </a:lnTo>
                  <a:cubicBezTo>
                    <a:pt x="35837" y="69910"/>
                    <a:pt x="37357" y="68390"/>
                    <a:pt x="37357" y="66627"/>
                  </a:cubicBezTo>
                  <a:lnTo>
                    <a:pt x="37357" y="3435"/>
                  </a:lnTo>
                  <a:cubicBezTo>
                    <a:pt x="37357" y="1520"/>
                    <a:pt x="35837" y="0"/>
                    <a:pt x="34074" y="0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59"/>
            <p:cNvSpPr/>
            <p:nvPr/>
          </p:nvSpPr>
          <p:spPr>
            <a:xfrm>
              <a:off x="5819675" y="947325"/>
              <a:ext cx="438600" cy="723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59"/>
            <p:cNvSpPr/>
            <p:nvPr/>
          </p:nvSpPr>
          <p:spPr>
            <a:xfrm>
              <a:off x="5878713" y="3874400"/>
              <a:ext cx="320700" cy="2673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847;p59"/>
          <p:cNvGrpSpPr/>
          <p:nvPr/>
        </p:nvGrpSpPr>
        <p:grpSpPr>
          <a:xfrm>
            <a:off x="3256153" y="380999"/>
            <a:ext cx="2259460" cy="4364241"/>
            <a:chOff x="5120779" y="818439"/>
            <a:chExt cx="1836564" cy="3437000"/>
          </a:xfrm>
        </p:grpSpPr>
        <p:sp>
          <p:nvSpPr>
            <p:cNvPr id="19" name="Google Shape;848;p59"/>
            <p:cNvSpPr/>
            <p:nvPr/>
          </p:nvSpPr>
          <p:spPr>
            <a:xfrm>
              <a:off x="5120779" y="818439"/>
              <a:ext cx="1836564" cy="3437000"/>
            </a:xfrm>
            <a:custGeom>
              <a:avLst/>
              <a:gdLst/>
              <a:ahLst/>
              <a:cxnLst/>
              <a:rect l="l" t="t" r="r" b="b"/>
              <a:pathLst>
                <a:path w="37357" h="69911" extrusionOk="0">
                  <a:moveTo>
                    <a:pt x="3283" y="0"/>
                  </a:moveTo>
                  <a:cubicBezTo>
                    <a:pt x="1520" y="0"/>
                    <a:pt x="1" y="1520"/>
                    <a:pt x="1" y="3435"/>
                  </a:cubicBezTo>
                  <a:lnTo>
                    <a:pt x="1" y="66627"/>
                  </a:lnTo>
                  <a:cubicBezTo>
                    <a:pt x="1" y="68390"/>
                    <a:pt x="1520" y="69910"/>
                    <a:pt x="3283" y="69910"/>
                  </a:cubicBezTo>
                  <a:lnTo>
                    <a:pt x="34074" y="69910"/>
                  </a:lnTo>
                  <a:cubicBezTo>
                    <a:pt x="35837" y="69910"/>
                    <a:pt x="37357" y="68390"/>
                    <a:pt x="37357" y="66627"/>
                  </a:cubicBezTo>
                  <a:lnTo>
                    <a:pt x="37357" y="3435"/>
                  </a:lnTo>
                  <a:cubicBezTo>
                    <a:pt x="37357" y="1520"/>
                    <a:pt x="35837" y="0"/>
                    <a:pt x="34074" y="0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849;p59"/>
            <p:cNvSpPr/>
            <p:nvPr/>
          </p:nvSpPr>
          <p:spPr>
            <a:xfrm>
              <a:off x="5819675" y="947325"/>
              <a:ext cx="438600" cy="723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850;p59"/>
            <p:cNvSpPr/>
            <p:nvPr/>
          </p:nvSpPr>
          <p:spPr>
            <a:xfrm>
              <a:off x="5878713" y="3874400"/>
              <a:ext cx="320700" cy="2673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Номер слайда 4">
            <a:extLst>
              <a:ext uri="{FF2B5EF4-FFF2-40B4-BE49-F238E27FC236}">
                <a16:creationId xmlns:a16="http://schemas.microsoft.com/office/drawing/2014/main" id="{DA5C2F03-D9C7-4403-85DC-EA13D6BF29FD}"/>
              </a:ext>
            </a:extLst>
          </p:cNvPr>
          <p:cNvSpPr txBox="1">
            <a:spLocks/>
          </p:cNvSpPr>
          <p:nvPr/>
        </p:nvSpPr>
        <p:spPr>
          <a:xfrm>
            <a:off x="8016241" y="407884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5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20</a:t>
            </a:r>
            <a:endParaRPr lang="ru-KZ" sz="5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4" name="Рисунок 13"/>
          <p:cNvPicPr/>
          <p:nvPr/>
        </p:nvPicPr>
        <p:blipFill>
          <a:blip r:embed="rId3"/>
          <a:stretch>
            <a:fillRect/>
          </a:stretch>
        </p:blipFill>
        <p:spPr>
          <a:xfrm>
            <a:off x="3354198" y="462841"/>
            <a:ext cx="2086860" cy="4201355"/>
          </a:xfrm>
          <a:prstGeom prst="rect">
            <a:avLst/>
          </a:prstGeom>
        </p:spPr>
      </p:pic>
      <p:pic>
        <p:nvPicPr>
          <p:cNvPr id="15" name="Рисунок 14"/>
          <p:cNvPicPr/>
          <p:nvPr/>
        </p:nvPicPr>
        <p:blipFill>
          <a:blip r:embed="rId4"/>
          <a:stretch>
            <a:fillRect/>
          </a:stretch>
        </p:blipFill>
        <p:spPr>
          <a:xfrm>
            <a:off x="5876969" y="462841"/>
            <a:ext cx="2042793" cy="420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757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8"/>
          <p:cNvSpPr txBox="1">
            <a:spLocks noGrp="1"/>
          </p:cNvSpPr>
          <p:nvPr>
            <p:ph type="title"/>
          </p:nvPr>
        </p:nvSpPr>
        <p:spPr>
          <a:xfrm>
            <a:off x="720000" y="30899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latin typeface="Helvetica" panose="020B0604020202020204" pitchFamily="34" charset="0"/>
                <a:cs typeface="Helvetica" panose="020B0604020202020204" pitchFamily="34" charset="0"/>
              </a:rPr>
              <a:t>Заключение</a:t>
            </a:r>
            <a:endParaRPr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96" name="Google Shape;596;p48"/>
          <p:cNvSpPr txBox="1">
            <a:spLocks noGrp="1"/>
          </p:cNvSpPr>
          <p:nvPr>
            <p:ph type="body" idx="1"/>
          </p:nvPr>
        </p:nvSpPr>
        <p:spPr>
          <a:xfrm>
            <a:off x="279610" y="881699"/>
            <a:ext cx="8144390" cy="36585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ru-RU" dirty="0" smtClean="0">
                <a:latin typeface="Helvetica" panose="020B0604020202020204" pitchFamily="34" charset="0"/>
                <a:cs typeface="Helvetica" panose="020B0604020202020204" pitchFamily="34" charset="0"/>
              </a:rPr>
              <a:t>Реализован полный функционал – приложение охватывает все ключевые аспекты учёта авто: ТО, заправки, пробег, аналитику и напоминания.</a:t>
            </a:r>
          </a:p>
          <a:p>
            <a:pPr algn="just">
              <a:lnSpc>
                <a:spcPct val="150000"/>
              </a:lnSpc>
            </a:pPr>
            <a:r>
              <a:rPr lang="ru-RU" dirty="0" smtClean="0">
                <a:latin typeface="Helvetica" panose="020B0604020202020204" pitchFamily="34" charset="0"/>
                <a:cs typeface="Helvetica" panose="020B0604020202020204" pitchFamily="34" charset="0"/>
              </a:rPr>
              <a:t>Современные технологии – использованы </a:t>
            </a:r>
            <a:r>
              <a:rPr lang="ru-RU" dirty="0" err="1" smtClean="0">
                <a:latin typeface="Helvetica" panose="020B0604020202020204" pitchFamily="34" charset="0"/>
                <a:cs typeface="Helvetica" panose="020B0604020202020204" pitchFamily="34" charset="0"/>
              </a:rPr>
              <a:t>Kotlin</a:t>
            </a:r>
            <a:r>
              <a:rPr lang="ru-RU" dirty="0" smtClean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ru-RU" dirty="0" err="1" smtClean="0">
                <a:latin typeface="Helvetica" panose="020B0604020202020204" pitchFamily="34" charset="0"/>
                <a:cs typeface="Helvetica" panose="020B0604020202020204" pitchFamily="34" charset="0"/>
              </a:rPr>
              <a:t>Jetpack</a:t>
            </a:r>
            <a:r>
              <a:rPr lang="ru-RU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ru-RU" dirty="0" err="1" smtClean="0">
                <a:latin typeface="Helvetica" panose="020B0604020202020204" pitchFamily="34" charset="0"/>
                <a:cs typeface="Helvetica" panose="020B0604020202020204" pitchFamily="34" charset="0"/>
              </a:rPr>
              <a:t>Components</a:t>
            </a:r>
            <a:r>
              <a:rPr lang="ru-RU" dirty="0" smtClean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ru-RU" dirty="0" err="1" smtClean="0">
                <a:latin typeface="Helvetica" panose="020B0604020202020204" pitchFamily="34" charset="0"/>
                <a:cs typeface="Helvetica" panose="020B0604020202020204" pitchFamily="34" charset="0"/>
              </a:rPr>
              <a:t>SQLite</a:t>
            </a:r>
            <a:r>
              <a:rPr lang="ru-RU" dirty="0" smtClean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ru-RU" dirty="0" err="1" smtClean="0">
                <a:latin typeface="Helvetica" panose="020B0604020202020204" pitchFamily="34" charset="0"/>
                <a:cs typeface="Helvetica" panose="020B0604020202020204" pitchFamily="34" charset="0"/>
              </a:rPr>
              <a:t>MPAndroidChart</a:t>
            </a:r>
            <a:r>
              <a:rPr lang="ru-RU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для производительности и удобства.</a:t>
            </a:r>
          </a:p>
          <a:p>
            <a:pPr algn="just">
              <a:lnSpc>
                <a:spcPct val="150000"/>
              </a:lnSpc>
            </a:pPr>
            <a:r>
              <a:rPr lang="ru-RU" dirty="0" smtClean="0">
                <a:latin typeface="Helvetica" panose="020B0604020202020204" pitchFamily="34" charset="0"/>
                <a:cs typeface="Helvetica" panose="020B0604020202020204" pitchFamily="34" charset="0"/>
              </a:rPr>
              <a:t>Удобный интерфейс – адаптивный дизайн, </a:t>
            </a:r>
            <a:r>
              <a:rPr lang="ru-RU" dirty="0" err="1" smtClean="0">
                <a:latin typeface="Helvetica" panose="020B0604020202020204" pitchFamily="34" charset="0"/>
                <a:cs typeface="Helvetica" panose="020B0604020202020204" pitchFamily="34" charset="0"/>
              </a:rPr>
              <a:t>Material</a:t>
            </a:r>
            <a:r>
              <a:rPr lang="ru-RU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ru-RU" dirty="0" err="1" smtClean="0">
                <a:latin typeface="Helvetica" panose="020B0604020202020204" pitchFamily="34" charset="0"/>
                <a:cs typeface="Helvetica" panose="020B0604020202020204" pitchFamily="34" charset="0"/>
              </a:rPr>
              <a:t>Design</a:t>
            </a:r>
            <a:r>
              <a:rPr lang="ru-RU" dirty="0" smtClean="0">
                <a:latin typeface="Helvetica" panose="020B0604020202020204" pitchFamily="34" charset="0"/>
                <a:cs typeface="Helvetica" panose="020B0604020202020204" pitchFamily="34" charset="0"/>
              </a:rPr>
              <a:t>, поддержка тем и простой навигации.</a:t>
            </a:r>
          </a:p>
          <a:p>
            <a:pPr algn="just">
              <a:lnSpc>
                <a:spcPct val="150000"/>
              </a:lnSpc>
            </a:pPr>
            <a:r>
              <a:rPr lang="ru-RU" dirty="0" smtClean="0">
                <a:latin typeface="Helvetica" panose="020B0604020202020204" pitchFamily="34" charset="0"/>
                <a:cs typeface="Helvetica" panose="020B0604020202020204" pitchFamily="34" charset="0"/>
              </a:rPr>
              <a:t>Практическая польза – решение устраняет недостатки аналогов, экономя время и деньги пользователей.</a:t>
            </a:r>
          </a:p>
          <a:p>
            <a:pPr algn="just">
              <a:lnSpc>
                <a:spcPct val="150000"/>
              </a:lnSpc>
            </a:pPr>
            <a:r>
              <a:rPr lang="ru-RU" dirty="0" smtClean="0">
                <a:latin typeface="Helvetica" panose="020B0604020202020204" pitchFamily="34" charset="0"/>
                <a:cs typeface="Helvetica" panose="020B0604020202020204" pitchFamily="34" charset="0"/>
              </a:rPr>
              <a:t>Успешное тестирование – стабильная работа на разных устройствах подтверждена.</a:t>
            </a:r>
          </a:p>
          <a:p>
            <a:pPr algn="just">
              <a:lnSpc>
                <a:spcPct val="150000"/>
              </a:lnSpc>
            </a:pPr>
            <a:r>
              <a:rPr lang="ru-RU" dirty="0" smtClean="0">
                <a:latin typeface="Helvetica" panose="020B0604020202020204" pitchFamily="34" charset="0"/>
                <a:cs typeface="Helvetica" panose="020B0604020202020204" pitchFamily="34" charset="0"/>
              </a:rPr>
              <a:t>Приложение «</a:t>
            </a:r>
            <a:r>
              <a:rPr lang="ru-RU" dirty="0" err="1" smtClean="0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ru-RU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a </a:t>
            </a:r>
            <a:r>
              <a:rPr lang="ru-RU" dirty="0" err="1" smtClean="0">
                <a:latin typeface="Helvetica" panose="020B0604020202020204" pitchFamily="34" charset="0"/>
                <a:cs typeface="Helvetica" panose="020B0604020202020204" pitchFamily="34" charset="0"/>
              </a:rPr>
              <a:t>Car</a:t>
            </a:r>
            <a:r>
              <a:rPr lang="ru-RU" dirty="0" smtClean="0">
                <a:latin typeface="Helvetica" panose="020B0604020202020204" pitchFamily="34" charset="0"/>
                <a:cs typeface="Helvetica" panose="020B0604020202020204" pitchFamily="34" charset="0"/>
              </a:rPr>
              <a:t>» готово к использованию, сочетает функциональность и удобство для автовладельцев. </a:t>
            </a:r>
            <a:endParaRPr lang="ru-RU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Номер слайда 4">
            <a:extLst>
              <a:ext uri="{FF2B5EF4-FFF2-40B4-BE49-F238E27FC236}">
                <a16:creationId xmlns:a16="http://schemas.microsoft.com/office/drawing/2014/main" id="{DA5C2F03-D9C7-4403-85DC-EA13D6BF29FD}"/>
              </a:ext>
            </a:extLst>
          </p:cNvPr>
          <p:cNvSpPr txBox="1">
            <a:spLocks/>
          </p:cNvSpPr>
          <p:nvPr/>
        </p:nvSpPr>
        <p:spPr>
          <a:xfrm>
            <a:off x="8016241" y="4078841"/>
            <a:ext cx="2743200" cy="3651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5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21</a:t>
            </a:r>
            <a:endParaRPr lang="ru-KZ" sz="5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legant Black &amp; White Thesis Defense by Slidesgo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366</Words>
  <Application>Microsoft Office PowerPoint</Application>
  <PresentationFormat>Экран (16:9)</PresentationFormat>
  <Paragraphs>155</Paragraphs>
  <Slides>21</Slides>
  <Notes>21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8" baseType="lpstr">
      <vt:lpstr>Calibri</vt:lpstr>
      <vt:lpstr>Hanken Grotesk</vt:lpstr>
      <vt:lpstr>Figtree Black</vt:lpstr>
      <vt:lpstr>Helvetica</vt:lpstr>
      <vt:lpstr>Arial</vt:lpstr>
      <vt:lpstr>Lato</vt:lpstr>
      <vt:lpstr>Elegant Black &amp; White Thesis Defense by Slidesgo</vt:lpstr>
      <vt:lpstr>Информационная система поддержки эксплуатации автотранспорта</vt:lpstr>
      <vt:lpstr>Актуальность темы</vt:lpstr>
      <vt:lpstr>Цели и задачи</vt:lpstr>
      <vt:lpstr> Обзор существующих аналогов</vt:lpstr>
      <vt:lpstr>Функции</vt:lpstr>
      <vt:lpstr>Архитектура приложения</vt:lpstr>
      <vt:lpstr>Алгоритм основного процесса работы приложения</vt:lpstr>
      <vt:lpstr>Алгоритм добавления новой записи о техническом обслуживании</vt:lpstr>
      <vt:lpstr>Средства разработки</vt:lpstr>
      <vt:lpstr>Общая диаграмма экранов приложения</vt:lpstr>
      <vt:lpstr>Диаграмма экранов управления автомобилей</vt:lpstr>
      <vt:lpstr>Диаграмма экранов технического обслуживания</vt:lpstr>
      <vt:lpstr>Диаграмма экранов раздела с графиками</vt:lpstr>
      <vt:lpstr>UML диаграмма классов Android приложения</vt:lpstr>
      <vt:lpstr>Демонстрация экранов приложения</vt:lpstr>
      <vt:lpstr>Демонстрация экранов приложения</vt:lpstr>
      <vt:lpstr>Демонстрация экранов приложения</vt:lpstr>
      <vt:lpstr>Демонстрация экранов приложения</vt:lpstr>
      <vt:lpstr>Демонстрация экранов приложения</vt:lpstr>
      <vt:lpstr>Демонстрация экранов приложения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Информационная система поддержки эксплуатации автотранспорта</dc:title>
  <cp:lastModifiedBy>Atllantis</cp:lastModifiedBy>
  <cp:revision>18</cp:revision>
  <dcterms:modified xsi:type="dcterms:W3CDTF">2025-06-25T09:58:52Z</dcterms:modified>
</cp:coreProperties>
</file>